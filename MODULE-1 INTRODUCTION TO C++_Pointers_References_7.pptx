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420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17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154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5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39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50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75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34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8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701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2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695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MODULE-1 INTRODUCTION TO C++</a:t>
            </a:r>
            <a:endParaRPr sz="4000" dirty="0">
              <a:latin typeface="Aptos" panose="020B00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Topic: Pointers and References in C++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70245C-6D11-366E-29A5-3718BEB54103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5" name="Picture 4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62547350-5437-8FA9-C8A1-B311C6CBA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DC3CFC3-72DB-6B5B-5C93-8D4443FE8A92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7" name="Picture 6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971D731D-30F4-5BB6-9BF8-91DE3C7839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2F84C61A-CBCA-BC2D-7903-21A9BF1A670A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621495F-74E9-1086-59DB-C1AEFE760154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8AFDEFB-4B53-AF5B-71A0-C5E47DD7D105}"/>
              </a:ext>
            </a:extLst>
          </p:cNvPr>
          <p:cNvSpPr txBox="1"/>
          <p:nvPr/>
        </p:nvSpPr>
        <p:spPr>
          <a:xfrm>
            <a:off x="8964890" y="4897637"/>
            <a:ext cx="27583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Define pointers and references in C++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Explain memory address and dereferencing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Differentiate pointers and references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Implement pointer and reference programs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Apply pointers in dynamic memory and data structures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What is a Pointer in C++?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Definition:</a:t>
            </a:r>
          </a:p>
          <a:p>
            <a:r>
              <a:rPr dirty="0"/>
              <a:t>A pointer is a variable that stores the memory address of another variable.</a:t>
            </a:r>
          </a:p>
          <a:p>
            <a:endParaRPr dirty="0"/>
          </a:p>
          <a:p>
            <a:r>
              <a:rPr dirty="0"/>
              <a:t>Key Characteristics:</a:t>
            </a:r>
          </a:p>
          <a:p>
            <a:r>
              <a:rPr dirty="0"/>
              <a:t>• Stores address of variable</a:t>
            </a:r>
          </a:p>
          <a:p>
            <a:r>
              <a:rPr dirty="0"/>
              <a:t>• Uses * (asterisk) operator</a:t>
            </a:r>
          </a:p>
          <a:p>
            <a:r>
              <a:rPr dirty="0"/>
              <a:t>• Supports indirect memory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Pointer – Real 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Variable = House</a:t>
            </a:r>
          </a:p>
          <a:p>
            <a:r>
              <a:rPr dirty="0"/>
              <a:t>• Pointer = House Address</a:t>
            </a:r>
          </a:p>
          <a:p>
            <a:endParaRPr dirty="0"/>
          </a:p>
          <a:p>
            <a:r>
              <a:rPr dirty="0"/>
              <a:t>Instead of going to the house directly,</a:t>
            </a:r>
            <a:r>
              <a:rPr lang="en-US" dirty="0"/>
              <a:t> </a:t>
            </a:r>
            <a:r>
              <a:rPr dirty="0"/>
              <a:t>we use the address to locate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Pointer –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Declaration:</a:t>
            </a:r>
          </a:p>
          <a:p>
            <a:r>
              <a:rPr dirty="0"/>
              <a:t>data_type *</a:t>
            </a:r>
            <a:r>
              <a:rPr dirty="0" err="1"/>
              <a:t>pointer_name</a:t>
            </a:r>
            <a:r>
              <a:rPr dirty="0"/>
              <a:t>;</a:t>
            </a:r>
          </a:p>
          <a:p>
            <a:endParaRPr dirty="0"/>
          </a:p>
          <a:p>
            <a:r>
              <a:rPr dirty="0"/>
              <a:t>Initialization:</a:t>
            </a:r>
          </a:p>
          <a:p>
            <a:r>
              <a:rPr dirty="0"/>
              <a:t>int x = 10;</a:t>
            </a:r>
          </a:p>
          <a:p>
            <a:r>
              <a:rPr dirty="0"/>
              <a:t>int *p = &amp;x;   // &amp; gives address of 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Pointer Memory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   x = 10</a:t>
            </a:r>
          </a:p>
          <a:p>
            <a:r>
              <a:t>   +-----------+</a:t>
            </a:r>
          </a:p>
          <a:p>
            <a:r>
              <a:t>   |    10     |</a:t>
            </a:r>
          </a:p>
          <a:p>
            <a:r>
              <a:t>   +-----------+</a:t>
            </a:r>
          </a:p>
          <a:p>
            <a:r>
              <a:t>        ↑</a:t>
            </a:r>
          </a:p>
          <a:p>
            <a:r>
              <a:t>        |  (address stored in p)</a:t>
            </a:r>
          </a:p>
          <a:p>
            <a:r>
              <a:t>     Pointer 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Pointer – 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#include &lt;iostream&gt;</a:t>
            </a:r>
          </a:p>
          <a:p>
            <a:r>
              <a:t>using namespace std;</a:t>
            </a:r>
          </a:p>
          <a:p>
            <a:endParaRPr/>
          </a:p>
          <a:p>
            <a:r>
              <a:t>int main() {</a:t>
            </a:r>
          </a:p>
          <a:p>
            <a:r>
              <a:t>    int x = 10;</a:t>
            </a:r>
          </a:p>
          <a:p>
            <a:r>
              <a:t>    int *p = &amp;x;</a:t>
            </a:r>
          </a:p>
          <a:p>
            <a:r>
              <a:t>    cout &lt;&lt; "Value of x: " &lt;&lt; x &lt;&lt; endl;</a:t>
            </a:r>
          </a:p>
          <a:p>
            <a:r>
              <a:t>    cout &lt;&lt; "Address of x: " &lt;&lt; p &lt;&lt; endl;</a:t>
            </a:r>
          </a:p>
          <a:p>
            <a:r>
              <a:t>    cout &lt;&lt; "Value using pointer: " &lt;&lt; *p;</a:t>
            </a:r>
          </a:p>
          <a:p>
            <a:r>
              <a:t>  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Pointer Program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 x = 10 → normal variable</a:t>
            </a:r>
          </a:p>
          <a:p>
            <a:r>
              <a:t>• int *p = &amp;x → pointer stores address of x</a:t>
            </a:r>
          </a:p>
          <a:p>
            <a:r>
              <a:t>• *p → dereferencing operator</a:t>
            </a:r>
          </a:p>
          <a:p>
            <a:r>
              <a:t>• Access value indirectly using pointer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What is a Reference in C++?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Definition:</a:t>
            </a:r>
          </a:p>
          <a:p>
            <a:r>
              <a:rPr dirty="0"/>
              <a:t>A reference is an alias (another name) for an existing variable.</a:t>
            </a:r>
          </a:p>
          <a:p>
            <a:endParaRPr dirty="0"/>
          </a:p>
          <a:p>
            <a:r>
              <a:rPr dirty="0"/>
              <a:t>Key Idea:</a:t>
            </a:r>
          </a:p>
          <a:p>
            <a:r>
              <a:rPr dirty="0"/>
              <a:t>Reference = Alternate name of same memory location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Reference – Real 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Original Name = Variable (x)</a:t>
            </a:r>
          </a:p>
          <a:p>
            <a:r>
              <a:rPr dirty="0"/>
              <a:t>• Nickname = Reference (r)</a:t>
            </a:r>
          </a:p>
          <a:p>
            <a:endParaRPr dirty="0"/>
          </a:p>
          <a:p>
            <a:r>
              <a:rPr dirty="0"/>
              <a:t>Both refer to the same person (same memory).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Reference –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Declaration and Initialization:</a:t>
            </a:r>
          </a:p>
          <a:p>
            <a:r>
              <a:t>int x = 20;</a:t>
            </a:r>
          </a:p>
          <a:p>
            <a:r>
              <a:t>int &amp;r = x;   // r is reference of 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Reference Memory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     x = 20</a:t>
            </a:r>
          </a:p>
          <a:p>
            <a:r>
              <a:t>          ↑</a:t>
            </a:r>
          </a:p>
          <a:p>
            <a:r>
              <a:t>          |</a:t>
            </a:r>
          </a:p>
          <a:p>
            <a:r>
              <a:t>   Reference r (Alias)</a:t>
            </a:r>
          </a:p>
          <a:p>
            <a:endParaRPr/>
          </a:p>
          <a:p>
            <a:r>
              <a:t>Both share the same memory location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Reference – 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#include &lt;iostream&gt;</a:t>
            </a:r>
          </a:p>
          <a:p>
            <a:r>
              <a:rPr dirty="0"/>
              <a:t>using namespace std;</a:t>
            </a:r>
          </a:p>
          <a:p>
            <a:endParaRPr dirty="0"/>
          </a:p>
          <a:p>
            <a:r>
              <a:rPr dirty="0"/>
              <a:t>int main() {</a:t>
            </a:r>
          </a:p>
          <a:p>
            <a:r>
              <a:rPr dirty="0"/>
              <a:t>    int x = 20;</a:t>
            </a:r>
          </a:p>
          <a:p>
            <a:r>
              <a:rPr dirty="0"/>
              <a:t>    int &amp;r = x;</a:t>
            </a:r>
          </a:p>
          <a:p>
            <a:r>
              <a:rPr dirty="0"/>
              <a:t>    r = 50;</a:t>
            </a:r>
          </a:p>
          <a:p>
            <a:r>
              <a:rPr dirty="0"/>
              <a:t>    </a:t>
            </a:r>
            <a:r>
              <a:rPr dirty="0" err="1"/>
              <a:t>cout</a:t>
            </a:r>
            <a:r>
              <a:rPr dirty="0"/>
              <a:t> &lt;&lt; "Value of x: " &lt;&lt; x;</a:t>
            </a:r>
          </a:p>
          <a:p>
            <a:r>
              <a:rPr dirty="0"/>
              <a:t>    return 0;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Aptos" panose="020B0004020202020204" pitchFamily="34" charset="0"/>
              </a:rPr>
              <a:t>Reference Program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 &amp;r = x → r becomes alias of x</a:t>
            </a:r>
          </a:p>
          <a:p>
            <a:r>
              <a:t>• Changing r also changes x</a:t>
            </a:r>
          </a:p>
          <a:p>
            <a:r>
              <a:t>• No new memory is created for reference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ptos" panose="020B0004020202020204" pitchFamily="34" charset="0"/>
              </a:rPr>
              <a:t>Pointer vs Reference (Exam 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Pointer:</a:t>
            </a:r>
          </a:p>
          <a:p>
            <a:r>
              <a:rPr dirty="0"/>
              <a:t>• Stores address</a:t>
            </a:r>
          </a:p>
          <a:p>
            <a:r>
              <a:rPr dirty="0"/>
              <a:t>• Can be NULL</a:t>
            </a:r>
          </a:p>
          <a:p>
            <a:r>
              <a:rPr dirty="0"/>
              <a:t>• Requires dereferencing (*)</a:t>
            </a:r>
          </a:p>
          <a:p>
            <a:endParaRPr dirty="0"/>
          </a:p>
          <a:p>
            <a:r>
              <a:rPr dirty="0"/>
              <a:t>Reference:</a:t>
            </a:r>
          </a:p>
          <a:p>
            <a:r>
              <a:rPr dirty="0"/>
              <a:t>• Alias of variable</a:t>
            </a:r>
          </a:p>
          <a:p>
            <a:r>
              <a:rPr dirty="0"/>
              <a:t>• Cannot be NULL</a:t>
            </a:r>
          </a:p>
          <a:p>
            <a:r>
              <a:rPr dirty="0"/>
              <a:t>• Direct access without *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Applications of Pointers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Dynamic Memory Allocation (new/delete)</a:t>
            </a:r>
          </a:p>
          <a:p>
            <a:r>
              <a:rPr dirty="0"/>
              <a:t>• Function arguments (Call by reference)</a:t>
            </a:r>
          </a:p>
          <a:p>
            <a:r>
              <a:rPr dirty="0"/>
              <a:t>• Data Structures (Linked Lists, Trees)</a:t>
            </a:r>
          </a:p>
          <a:p>
            <a:r>
              <a:rPr dirty="0"/>
              <a:t>• Runtime Polymorphism (Base pointer)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pointer with syntax and example</a:t>
            </a:r>
          </a:p>
          <a:p>
            <a:r>
              <a:t>2. Explain reference variable with program</a:t>
            </a:r>
          </a:p>
          <a:p>
            <a:r>
              <a:t>3. Differentiate pointer and reference in C++</a:t>
            </a:r>
          </a:p>
          <a:p>
            <a:r>
              <a:t>4. Explain pointer with memory diagram</a:t>
            </a:r>
          </a:p>
          <a:p>
            <a:r>
              <a:t>5. Write a program using pointer and reference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 pointer stores:</a:t>
            </a:r>
          </a:p>
          <a:p>
            <a:r>
              <a:t>a) Value  b) Address  c) Data  d) Index</a:t>
            </a:r>
          </a:p>
          <a:p>
            <a:endParaRPr/>
          </a:p>
          <a:p>
            <a:r>
              <a:t>2. Symbol used for reference variable is:</a:t>
            </a:r>
          </a:p>
          <a:p>
            <a:r>
              <a:t>a) *  b) &amp;  c) #  d)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</TotalTime>
  <Words>683</Words>
  <Application>Microsoft Office PowerPoint</Application>
  <PresentationFormat>Widescreen</PresentationFormat>
  <Paragraphs>123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Calibri</vt:lpstr>
      <vt:lpstr>Calibri Light</vt:lpstr>
      <vt:lpstr>Raleway</vt:lpstr>
      <vt:lpstr>Wingdings</vt:lpstr>
      <vt:lpstr>Retrospect</vt:lpstr>
      <vt:lpstr>MODULE-1 INTRODUCTION TO C++</vt:lpstr>
      <vt:lpstr>Session Outcomes</vt:lpstr>
      <vt:lpstr>What is a Pointer in C++?</vt:lpstr>
      <vt:lpstr>Pointer – Real World Analogy</vt:lpstr>
      <vt:lpstr>Pointer – Syntax</vt:lpstr>
      <vt:lpstr>Pointer Memory Diagram</vt:lpstr>
      <vt:lpstr>Pointer – Example Program</vt:lpstr>
      <vt:lpstr>Pointer Program Explanation</vt:lpstr>
      <vt:lpstr>What is a Reference in C++?</vt:lpstr>
      <vt:lpstr>Reference – Real World Analogy</vt:lpstr>
      <vt:lpstr>Reference – Syntax</vt:lpstr>
      <vt:lpstr>Reference Memory Diagram</vt:lpstr>
      <vt:lpstr>Reference – Example Program</vt:lpstr>
      <vt:lpstr>Reference Program Explanation</vt:lpstr>
      <vt:lpstr>Pointer vs Reference (Exam Important)</vt:lpstr>
      <vt:lpstr>Applications of Pointers and References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2</cp:revision>
  <dcterms:created xsi:type="dcterms:W3CDTF">2013-01-27T09:14:16Z</dcterms:created>
  <dcterms:modified xsi:type="dcterms:W3CDTF">2026-02-16T05:05:26Z</dcterms:modified>
  <cp:category/>
</cp:coreProperties>
</file>