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46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750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5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9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6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6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41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3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28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6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MODULE-</a:t>
            </a:r>
            <a:r>
              <a:rPr lang="en-US"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2</a:t>
            </a:r>
            <a:r>
              <a:rPr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 </a:t>
            </a:r>
            <a:r>
              <a:rPr lang="en-US"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LINKED LIST</a:t>
            </a:r>
            <a:endParaRPr sz="4000" b="1" dirty="0">
              <a:solidFill>
                <a:srgbClr val="BD582C">
                  <a:lumMod val="75000"/>
                </a:srgbClr>
              </a:solidFill>
              <a:latin typeface="Calibri Light" panose="020F03020202040302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TOPIC: </a:t>
            </a:r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Classification of Data Structures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6B7CD6E-BDA3-8FAC-0861-2295543BADAD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5" name="Picture 4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54102148-79E8-EA9C-EEB9-2C320B832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755E605-2225-CDD3-9298-D8B7267B4DCA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7" name="Picture 6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B21F8F08-10EE-7FD9-297D-2046510DEC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3A835C6-9286-01C6-DA7A-0066D1E5C7BC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7318713-99B8-3C57-10CF-A218334E21E3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EDB2754-B980-938B-72E0-1F3316EC7EFF}"/>
              </a:ext>
            </a:extLst>
          </p:cNvPr>
          <p:cNvSpPr txBox="1"/>
          <p:nvPr/>
        </p:nvSpPr>
        <p:spPr>
          <a:xfrm>
            <a:off x="8986101" y="5267463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classification of data structures</a:t>
            </a:r>
          </a:p>
          <a:p>
            <a:r>
              <a:t>• Differentiate primitive and non-primitive data structures</a:t>
            </a:r>
          </a:p>
          <a:p>
            <a:r>
              <a:t>• Explain linear and non-linear data structures</a:t>
            </a:r>
          </a:p>
          <a:p>
            <a:r>
              <a:t>• Identify static and dynamic data 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a Data 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Data Structure is a method of organizing and storing data</a:t>
            </a:r>
          </a:p>
          <a:p>
            <a:r>
              <a:t>efficiently so that it can be accessed and modified easily.</a:t>
            </a:r>
          </a:p>
          <a:p>
            <a:endParaRPr/>
          </a:p>
          <a:p>
            <a:r>
              <a:t>Examples: Array, Linked List, Stack, Queue, Tree,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Need for Classification of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Better organization of data</a:t>
            </a:r>
          </a:p>
          <a:p>
            <a:r>
              <a:t>• Efficient memory utilization</a:t>
            </a:r>
          </a:p>
          <a:p>
            <a:r>
              <a:t>• Faster data processing</a:t>
            </a:r>
          </a:p>
          <a:p>
            <a:r>
              <a:t>• Selection of appropriate data structure for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Main Classification of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Structures are broadly classified into:</a:t>
            </a:r>
          </a:p>
          <a:p>
            <a:endParaRPr/>
          </a:p>
          <a:p>
            <a:r>
              <a:t>1. Primitive Data Structures</a:t>
            </a:r>
          </a:p>
          <a:p>
            <a:r>
              <a:t>2. Non-Primitive Data Structures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Primitive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Basic data types provided by programming languages.</a:t>
            </a:r>
          </a:p>
          <a:p>
            <a:endParaRPr/>
          </a:p>
          <a:p>
            <a:r>
              <a:t>Examples:</a:t>
            </a:r>
          </a:p>
          <a:p>
            <a:r>
              <a:t>• int</a:t>
            </a:r>
          </a:p>
          <a:p>
            <a:r>
              <a:t>• float</a:t>
            </a:r>
          </a:p>
          <a:p>
            <a:r>
              <a:t>• char</a:t>
            </a:r>
          </a:p>
          <a:p>
            <a:r>
              <a:t>• double</a:t>
            </a:r>
          </a:p>
          <a:p>
            <a:r>
              <a:t>• boolean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Non-Primitive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Complex data structures derived from primitive data types</a:t>
            </a:r>
          </a:p>
          <a:p>
            <a:r>
              <a:t>that store multiple values and organize data logically.</a:t>
            </a:r>
          </a:p>
          <a:p>
            <a:endParaRPr/>
          </a:p>
          <a:p>
            <a:r>
              <a:t>Examples: Arrays, Linked Lists, Trees, Graphs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Further Classification of Non-Primitive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Non-Primitive Data Structures are divided into:</a:t>
            </a:r>
          </a:p>
          <a:p>
            <a:endParaRPr/>
          </a:p>
          <a:p>
            <a:r>
              <a:t>1. Linear Data Structures</a:t>
            </a:r>
          </a:p>
          <a:p>
            <a:r>
              <a:t>2. Non-Linear Data Structures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Linear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Definition:</a:t>
            </a:r>
          </a:p>
          <a:p>
            <a:r>
              <a:t>Data elements are arranged sequentially in a linear order.</a:t>
            </a:r>
          </a:p>
          <a:p>
            <a:endParaRPr/>
          </a:p>
          <a:p>
            <a:r>
              <a:t>Examples:</a:t>
            </a:r>
          </a:p>
          <a:p>
            <a:r>
              <a:t>• Array</a:t>
            </a:r>
          </a:p>
          <a:p>
            <a:r>
              <a:t>• Linked List</a:t>
            </a:r>
          </a:p>
          <a:p>
            <a:r>
              <a:t>• Stack</a:t>
            </a:r>
          </a:p>
          <a:p>
            <a:r>
              <a:t>• Queue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Characteristics of Linear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Sequential storage of elements</a:t>
            </a:r>
          </a:p>
          <a:p>
            <a:r>
              <a:t>• Easy traversal</a:t>
            </a:r>
          </a:p>
          <a:p>
            <a:r>
              <a:t>• Simple implementation</a:t>
            </a:r>
          </a:p>
          <a:p>
            <a:r>
              <a:t>• Single level 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Non-Linear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Data elements are arranged hierarchically</a:t>
            </a:r>
          </a:p>
          <a:p>
            <a:r>
              <a:t>or in network form instead of sequential order.</a:t>
            </a:r>
          </a:p>
          <a:p>
            <a:endParaRPr/>
          </a:p>
          <a:p>
            <a:r>
              <a:t>Examples:</a:t>
            </a:r>
          </a:p>
          <a:p>
            <a:r>
              <a:t>• Tree</a:t>
            </a:r>
          </a:p>
          <a:p>
            <a:r>
              <a:t>• Graph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Static vs Dynamic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Data Structures:</a:t>
            </a:r>
          </a:p>
          <a:p>
            <a:r>
              <a:t>• Fixed size</a:t>
            </a:r>
          </a:p>
          <a:p>
            <a:r>
              <a:t>• Example: Array</a:t>
            </a:r>
          </a:p>
          <a:p>
            <a:endParaRPr/>
          </a:p>
          <a:p>
            <a:r>
              <a:t>Dynamic Data Structures:</a:t>
            </a:r>
          </a:p>
          <a:p>
            <a:r>
              <a:t>• Flexible size at runtime</a:t>
            </a:r>
          </a:p>
          <a:p>
            <a:r>
              <a:t>• Example: Linked List, Trees, Graphs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3268" y="286603"/>
            <a:ext cx="10058400" cy="1450757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Linear vs Non-Linear Data Structures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Data Structures:</a:t>
            </a:r>
          </a:p>
          <a:p>
            <a:r>
              <a:t>• Sequential arrangement</a:t>
            </a:r>
          </a:p>
          <a:p>
            <a:r>
              <a:t>• Single level</a:t>
            </a:r>
          </a:p>
          <a:p>
            <a:endParaRPr/>
          </a:p>
          <a:p>
            <a:r>
              <a:t>Non-Linear Data Structures:</a:t>
            </a:r>
          </a:p>
          <a:p>
            <a:r>
              <a:t>• Hierarchical arrangement</a:t>
            </a:r>
          </a:p>
          <a:p>
            <a:r>
              <a:t>• Multi-level structure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Applications of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Operating Systems</a:t>
            </a:r>
          </a:p>
          <a:p>
            <a:r>
              <a:t>• Database Management Systems</a:t>
            </a:r>
          </a:p>
          <a:p>
            <a:r>
              <a:t>• Artificial Intelligence</a:t>
            </a:r>
          </a:p>
          <a:p>
            <a:r>
              <a:t>• Computer Networks</a:t>
            </a:r>
          </a:p>
          <a:p>
            <a:r>
              <a:t>• Compiler Design</a:t>
            </a:r>
          </a:p>
          <a:p>
            <a:r>
              <a:t>• Software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63527"/>
            <a:ext cx="10058400" cy="1450757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Explain classification of data structures</a:t>
            </a:r>
          </a:p>
          <a:p>
            <a:r>
              <a:t>2. Linear vs Non-linear data structures</a:t>
            </a:r>
          </a:p>
          <a:p>
            <a:r>
              <a:t>3. Primitive vs Non-Primitive data structures</a:t>
            </a:r>
          </a:p>
          <a:p>
            <a:r>
              <a:t>4. Static vs Dynamic data structures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Queue follows:</a:t>
            </a:r>
          </a:p>
          <a:p>
            <a:r>
              <a:t>a) LIFO  b) FIFO  c) Random  d) None</a:t>
            </a:r>
          </a:p>
          <a:p>
            <a:endParaRPr/>
          </a:p>
          <a:p>
            <a:r>
              <a:t>2. Tree is a:</a:t>
            </a:r>
          </a:p>
          <a:p>
            <a:r>
              <a:t>a) Linear DS  b) Non-Linear DS  c) Primitive DS  d) Static 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</TotalTime>
  <Words>474</Words>
  <Application>Microsoft Office PowerPoint</Application>
  <PresentationFormat>Widescreen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Calibri</vt:lpstr>
      <vt:lpstr>Calibri Light</vt:lpstr>
      <vt:lpstr>Raleway</vt:lpstr>
      <vt:lpstr>Retrospect</vt:lpstr>
      <vt:lpstr>MODULE-2 LINKED LIST</vt:lpstr>
      <vt:lpstr>Session Outcomes</vt:lpstr>
      <vt:lpstr>What is a Data Structure?</vt:lpstr>
      <vt:lpstr>Need for Classification of Data Structures</vt:lpstr>
      <vt:lpstr>Main Classification of Data Structures</vt:lpstr>
      <vt:lpstr>Primitive Data Structures</vt:lpstr>
      <vt:lpstr>Non-Primitive Data Structures</vt:lpstr>
      <vt:lpstr>Further Classification of Non-Primitive Data Structures</vt:lpstr>
      <vt:lpstr>Linear Data Structures</vt:lpstr>
      <vt:lpstr>Characteristics of Linear Data Structures</vt:lpstr>
      <vt:lpstr>Non-Linear Data Structures</vt:lpstr>
      <vt:lpstr>Static vs Dynamic Data Structures</vt:lpstr>
      <vt:lpstr>Linear vs Non-Linear Data Structures</vt:lpstr>
      <vt:lpstr>Applications of Data Structures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2026-02-25T04:26:49Z</dcterms:modified>
  <cp:category/>
</cp:coreProperties>
</file>