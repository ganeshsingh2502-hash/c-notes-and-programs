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070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8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268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634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90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184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262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69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3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4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27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26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en-IN" sz="4000" b="1" i="0" u="none" strike="noStrike" kern="1200" cap="none" spc="-50" normalizeH="0" baseline="0" noProof="0" dirty="0">
                <a:ln>
                  <a:noFill/>
                </a:ln>
                <a:solidFill>
                  <a:srgbClr val="BD582C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MODULE-2 LINKED LIST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bg2">
                    <a:lumMod val="25000"/>
                  </a:schemeClr>
                </a:solidFill>
              </a:rPr>
              <a:t>Node Structure and Memory Allocation in Linked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5F221-CED6-9390-A6A4-ACA76AD2A88B}"/>
              </a:ext>
            </a:extLst>
          </p:cNvPr>
          <p:cNvSpPr txBox="1"/>
          <p:nvPr/>
        </p:nvSpPr>
        <p:spPr>
          <a:xfrm>
            <a:off x="8986101" y="5138259"/>
            <a:ext cx="304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6A73FBB-29A1-8DB7-7D97-9E1BA6C7F54C}"/>
              </a:ext>
            </a:extLst>
          </p:cNvPr>
          <p:cNvGrpSpPr/>
          <p:nvPr/>
        </p:nvGrpSpPr>
        <p:grpSpPr>
          <a:xfrm>
            <a:off x="1036320" y="889769"/>
            <a:ext cx="10362571" cy="1806297"/>
            <a:chOff x="0" y="0"/>
            <a:chExt cx="6381539" cy="967536"/>
          </a:xfrm>
        </p:grpSpPr>
        <p:pic>
          <p:nvPicPr>
            <p:cNvPr id="6" name="Picture 5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587E128E-205D-60AD-5ED5-1EC7B9B30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AD13C62-B872-47E7-5AEB-9DCF2A62522F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8" name="Picture 7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CFCD759F-56E2-8146-000D-AB52FAB0A2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6215640-D476-8AF2-3E17-8D61AB3805AD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F0548DC-FBEC-ECC9-9611-BF724B939872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node structure in linked list</a:t>
            </a:r>
          </a:p>
          <a:p>
            <a:r>
              <a:t>• Explain dynamic memory allocation using new</a:t>
            </a:r>
          </a:p>
          <a:p>
            <a:r>
              <a:t>• Visualize memory representation of nodes</a:t>
            </a:r>
          </a:p>
          <a:p>
            <a:r>
              <a:t>• Compare array vs linked list memory allocation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What is a Node in Linked List?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Node is the basic building block of a linked list.</a:t>
            </a:r>
          </a:p>
          <a:p>
            <a:endParaRPr/>
          </a:p>
          <a:p>
            <a:r>
              <a:t>Each node contains:</a:t>
            </a:r>
          </a:p>
          <a:p>
            <a:r>
              <a:t>1. Data (Information)</a:t>
            </a:r>
          </a:p>
          <a:p>
            <a:r>
              <a:t>2. Pointer (Address of next node)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Node Structure (Diagram)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 DATA | NEXT ]</a:t>
            </a:r>
          </a:p>
          <a:p>
            <a:endParaRPr/>
          </a:p>
          <a:p>
            <a:r>
              <a:t>DATA → Stores value</a:t>
            </a:r>
          </a:p>
          <a:p>
            <a:r>
              <a:t>NEXT → Stores address of next node</a:t>
            </a:r>
          </a:p>
          <a:p>
            <a:r>
              <a:t>Last node points to NULL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Node Structure in C++ (Syntax)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Node {</a:t>
            </a:r>
          </a:p>
          <a:p>
            <a:r>
              <a:t>    int data;      // Data part</a:t>
            </a:r>
          </a:p>
          <a:p>
            <a:r>
              <a:t>    Node* next;    // Pointer part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Memory Allocation in Linked List (Concept)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Linked List uses Dynamic Memory Allocation.</a:t>
            </a:r>
          </a:p>
          <a:p>
            <a:endParaRPr/>
          </a:p>
          <a:p>
            <a:r>
              <a:t>Memory is allocated at runtime using:</a:t>
            </a:r>
          </a:p>
          <a:p>
            <a:r>
              <a:t>• new operator in C++</a:t>
            </a:r>
          </a:p>
          <a:p>
            <a:r>
              <a:t>• Heap memory</a:t>
            </a:r>
          </a:p>
          <a:p>
            <a:r>
              <a:t>• Non-contiguous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Dynamic Memory Allocation Syntax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Node* </a:t>
            </a:r>
            <a:r>
              <a:rPr dirty="0" err="1"/>
              <a:t>newNode</a:t>
            </a:r>
            <a:r>
              <a:rPr dirty="0"/>
              <a:t>;</a:t>
            </a:r>
          </a:p>
          <a:p>
            <a:r>
              <a:rPr dirty="0" err="1"/>
              <a:t>newNode</a:t>
            </a:r>
            <a:r>
              <a:rPr dirty="0"/>
              <a:t> = new Node;</a:t>
            </a:r>
          </a:p>
          <a:p>
            <a:endParaRPr dirty="0"/>
          </a:p>
          <a:p>
            <a:r>
              <a:rPr dirty="0"/>
              <a:t>Explanation:</a:t>
            </a:r>
          </a:p>
          <a:p>
            <a:r>
              <a:rPr dirty="0"/>
              <a:t>• 'new Node' allocates memory in heap</a:t>
            </a:r>
          </a:p>
          <a:p>
            <a:r>
              <a:rPr dirty="0"/>
              <a:t>• Returns address of allocated memory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63527"/>
            <a:ext cx="10058400" cy="1450757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Memory Allocation Diagram (Heap Representation)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Stack Memory: newNode (pointer variable)</a:t>
            </a:r>
          </a:p>
          <a:p>
            <a:r>
              <a:t>        ↓ (stores address)</a:t>
            </a:r>
          </a:p>
          <a:p>
            <a:r>
              <a:t>Heap Memory: [Data | Next]</a:t>
            </a:r>
          </a:p>
          <a:p>
            <a:endParaRPr/>
          </a:p>
          <a:p>
            <a:r>
              <a:t>Pointer in stack points to node in heap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Step-by-Step Node Creation (Simulation)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Node* temp = new Node;</a:t>
            </a:r>
          </a:p>
          <a:p>
            <a:r>
              <a:t>Step 2: temp-&gt;data = 10;</a:t>
            </a:r>
          </a:p>
          <a:p>
            <a:r>
              <a:t>Step 3: temp-&gt;next = NULL;</a:t>
            </a:r>
          </a:p>
          <a:p>
            <a:endParaRPr/>
          </a:p>
          <a:p>
            <a:r>
              <a:t>Node Created Dynamically in Memory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Memory Representation of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 → [10|1000] → [20|2000] → [30|NULL]</a:t>
            </a:r>
          </a:p>
          <a:p>
            <a:endParaRPr/>
          </a:p>
          <a:p>
            <a:r>
              <a:t>Nodes are stored in different memory locations</a:t>
            </a:r>
          </a:p>
          <a:p>
            <a:r>
              <a:t>(Non-Contiguous Memory Allocation)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Array vs Linked List Memory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Array:</a:t>
            </a:r>
          </a:p>
          <a:p>
            <a:r>
              <a:t>• Contiguous Memory</a:t>
            </a:r>
          </a:p>
          <a:p>
            <a:r>
              <a:t>• Fixed Size</a:t>
            </a:r>
          </a:p>
          <a:p>
            <a:r>
              <a:t>• Static Allocation</a:t>
            </a:r>
          </a:p>
          <a:p>
            <a:endParaRPr/>
          </a:p>
          <a:p>
            <a:r>
              <a:t>Linked List:</a:t>
            </a:r>
          </a:p>
          <a:p>
            <a:r>
              <a:t>• Non-Contiguous Memory</a:t>
            </a:r>
          </a:p>
          <a:p>
            <a:r>
              <a:t>• Dynamic Size</a:t>
            </a:r>
          </a:p>
          <a:p>
            <a:r>
              <a:t>• Dynamic Allocation (Heap)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Pointer Linking Between Nodes (Diagram)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 → [Data|Next] → [Data|Next] → [Data|NULL]</a:t>
            </a:r>
          </a:p>
          <a:p>
            <a:endParaRPr/>
          </a:p>
          <a:p>
            <a:r>
              <a:t>Each NEXT pointer stores address of next node</a:t>
            </a:r>
          </a:p>
          <a:p>
            <a:r>
              <a:t>This creates the chain structure.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Advantages of Dynamic Memory Allocation in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Efficient memory utilization</a:t>
            </a:r>
          </a:p>
          <a:p>
            <a:r>
              <a:t>• No memory wastage</a:t>
            </a:r>
          </a:p>
          <a:p>
            <a:r>
              <a:t>• Flexible size (can grow/shrink)</a:t>
            </a:r>
          </a:p>
          <a:p>
            <a:r>
              <a:t>• Suitable for large and unknown data size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Disadvantages of Dynamic Memory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Extra memory required for pointer</a:t>
            </a:r>
          </a:p>
          <a:p>
            <a:r>
              <a:t>• Complex memory management</a:t>
            </a:r>
          </a:p>
          <a:p>
            <a:r>
              <a:t>• Risk of memory leaks if delete is not used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Memory Deallocation (Very Important)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Syntax:</a:t>
            </a:r>
          </a:p>
          <a:p>
            <a:r>
              <a:t>delete temp;</a:t>
            </a:r>
          </a:p>
          <a:p>
            <a:endParaRPr/>
          </a:p>
          <a:p>
            <a:r>
              <a:t>Explanation:</a:t>
            </a:r>
          </a:p>
          <a:p>
            <a:r>
              <a:t>• Frees heap memory</a:t>
            </a:r>
          </a:p>
          <a:p>
            <a:r>
              <a:t>• Prevents memory leak</a:t>
            </a:r>
          </a:p>
          <a:p>
            <a:r>
              <a:t>• Essential in linked list deletion operations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Important Exam Questions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Explain node structure with diagram</a:t>
            </a:r>
          </a:p>
          <a:p>
            <a:r>
              <a:t>2. Dynamic memory allocation in linked list</a:t>
            </a:r>
          </a:p>
          <a:p>
            <a:r>
              <a:t>3. Array vs Linked List memory allocation</a:t>
            </a:r>
          </a:p>
          <a:p>
            <a:r>
              <a:t>4. Explain heap and stack in linked list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MCQs –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Linked list memory is allocated in:</a:t>
            </a:r>
          </a:p>
          <a:p>
            <a:r>
              <a:t>a) Stack  b) Heap  c) Cache  d) Register</a:t>
            </a:r>
          </a:p>
          <a:p>
            <a:endParaRPr/>
          </a:p>
          <a:p>
            <a:r>
              <a:t>2. Node contains:</a:t>
            </a:r>
          </a:p>
          <a:p>
            <a:r>
              <a:t>a) Only data  b) Data and pointer</a:t>
            </a:r>
          </a:p>
          <a:p>
            <a:r>
              <a:t>c) Only address  d) None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</TotalTime>
  <Words>587</Words>
  <Application>Microsoft Office PowerPoint</Application>
  <PresentationFormat>Widescreen</PresentationFormat>
  <Paragraphs>105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Calibri</vt:lpstr>
      <vt:lpstr>Calibri Light</vt:lpstr>
      <vt:lpstr>Raleway</vt:lpstr>
      <vt:lpstr>Retrospect</vt:lpstr>
      <vt:lpstr>MODULE-2 LINKED LIST</vt:lpstr>
      <vt:lpstr>Session Outcomes</vt:lpstr>
      <vt:lpstr>What is a Node in Linked List?</vt:lpstr>
      <vt:lpstr>Node Structure (Diagram)</vt:lpstr>
      <vt:lpstr>Node Structure in C++ (Syntax)</vt:lpstr>
      <vt:lpstr>Memory Allocation in Linked List (Concept)</vt:lpstr>
      <vt:lpstr>Dynamic Memory Allocation Syntax in C++</vt:lpstr>
      <vt:lpstr>Memory Allocation Diagram (Heap Representation)</vt:lpstr>
      <vt:lpstr>Step-by-Step Node Creation (Simulation)</vt:lpstr>
      <vt:lpstr>Memory Representation of Linked List</vt:lpstr>
      <vt:lpstr>Array vs Linked List Memory Allocation</vt:lpstr>
      <vt:lpstr>Pointer Linking Between Nodes (Diagram)</vt:lpstr>
      <vt:lpstr>Advantages of Dynamic Memory Allocation in Linked List</vt:lpstr>
      <vt:lpstr>Disadvantages of Dynamic Memory Allocation</vt:lpstr>
      <vt:lpstr>Memory Deallocation (Very Important)</vt:lpstr>
      <vt:lpstr>Important Exam Questions</vt:lpstr>
      <vt:lpstr>MCQs – 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Ganesh Deshmukh</cp:lastModifiedBy>
  <cp:revision>2</cp:revision>
  <dcterms:created xsi:type="dcterms:W3CDTF">2013-01-27T09:14:16Z</dcterms:created>
  <dcterms:modified xsi:type="dcterms:W3CDTF">2026-02-25T05:30:02Z</dcterms:modified>
  <cp:category/>
</cp:coreProperties>
</file>