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73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76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90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3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53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98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67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6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27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70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3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55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chemeClr val="accent2">
                    <a:lumMod val="75000"/>
                  </a:schemeClr>
                </a:solidFill>
              </a:rPr>
              <a:t>MODULE-1 INTRODUCTION TO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Topic: SET in C++ (STL Container)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F89C0A-074E-0381-4FC4-AABB83AF55D9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5" name="Picture 4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8955436C-2E66-4D03-0AC9-F501D9B1A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4C580C0-57DA-6C1A-809A-A1F1AB24B1D9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7" name="Picture 6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BDC007B1-4965-21C7-B8D8-AFA3CF87EE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FA77FF77-F93F-487A-192F-CF34BE1B5AFE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ED5A9EE-971E-B760-ED79-BC3F7D08522C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96D46D6-CB10-C952-1AE5-A9EACB32115C}"/>
              </a:ext>
            </a:extLst>
          </p:cNvPr>
          <p:cNvSpPr txBox="1"/>
          <p:nvPr/>
        </p:nvSpPr>
        <p:spPr>
          <a:xfrm>
            <a:off x="8986101" y="5138259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Define set and explain its role as an STL associative container</a:t>
            </a:r>
          </a:p>
          <a:p>
            <a:r>
              <a:t>• Store unique elements in sorted order</a:t>
            </a:r>
          </a:p>
          <a:p>
            <a:r>
              <a:t>• Perform insertion, deletion, traversal and searching operations</a:t>
            </a:r>
          </a:p>
          <a:p>
            <a:r>
              <a:t>• Compare set with vector, list and map containers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a Set in C++?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A set is an associative container in C++ STL that stores</a:t>
            </a:r>
          </a:p>
          <a:p>
            <a:r>
              <a:t>unique elements in sorted order.</a:t>
            </a:r>
          </a:p>
          <a:p>
            <a:endParaRPr/>
          </a:p>
          <a:p>
            <a:r>
              <a:t>Key Idea:</a:t>
            </a:r>
          </a:p>
          <a:p>
            <a:r>
              <a:t>Set = Unique + Sorted Elements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Real World Analogy of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Attendance register (no duplicate names)</a:t>
            </a:r>
          </a:p>
          <a:p>
            <a:r>
              <a:t>• Unique student IDs</a:t>
            </a:r>
          </a:p>
          <a:p>
            <a:r>
              <a:t>• Unique roll numbers in a class</a:t>
            </a:r>
          </a:p>
          <a:p>
            <a:endParaRPr/>
          </a:p>
          <a:p>
            <a:r>
              <a:t>Duplicates are automatically ignored.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Key Characteristics of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Stores only unique elements</a:t>
            </a:r>
          </a:p>
          <a:p>
            <a:r>
              <a:t>• Automatically sorted in ascending order</a:t>
            </a:r>
          </a:p>
          <a:p>
            <a:r>
              <a:t>• Dynamic size container</a:t>
            </a:r>
          </a:p>
          <a:p>
            <a:r>
              <a:t>• No index-based access</a:t>
            </a:r>
          </a:p>
          <a:p>
            <a:r>
              <a:t>• Implemented using Balanced Binary Search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Syntax and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Header File:</a:t>
            </a:r>
          </a:p>
          <a:p>
            <a:r>
              <a:t>#include &lt;set&gt;</a:t>
            </a:r>
          </a:p>
          <a:p>
            <a:endParaRPr/>
          </a:p>
          <a:p>
            <a:r>
              <a:t>General Syntax:</a:t>
            </a:r>
          </a:p>
          <a:p>
            <a:r>
              <a:t>set&lt;datatype&gt; set_name;</a:t>
            </a:r>
          </a:p>
          <a:p>
            <a:endParaRPr/>
          </a:p>
          <a:p>
            <a:r>
              <a:t>Example:</a:t>
            </a:r>
          </a:p>
          <a:p>
            <a:r>
              <a:t>set&lt;int&gt; 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Initialization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set&lt;int&gt; s = {10, 20, 30, 10};</a:t>
            </a:r>
          </a:p>
          <a:p>
            <a:endParaRPr/>
          </a:p>
          <a:p>
            <a:r>
              <a:t>Output will be: 10 20 30</a:t>
            </a:r>
          </a:p>
          <a:p>
            <a:r>
              <a:t>(Duplicate values are removed automatically)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Basic Set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#include &lt;iostream&gt;</a:t>
            </a:r>
          </a:p>
          <a:p>
            <a:r>
              <a:t>#include &lt;set&gt;</a:t>
            </a:r>
          </a:p>
          <a:p>
            <a:r>
              <a:t>using namespace std;</a:t>
            </a:r>
          </a:p>
          <a:p>
            <a:endParaRPr/>
          </a:p>
          <a:p>
            <a:r>
              <a:t>int main() {</a:t>
            </a:r>
          </a:p>
          <a:p>
            <a:r>
              <a:t>    set&lt;int&gt; s = {40, 10, 30, 20, 10};</a:t>
            </a:r>
          </a:p>
          <a:p>
            <a:r>
              <a:t>    for(auto x : s)</a:t>
            </a:r>
          </a:p>
          <a:p>
            <a:r>
              <a:t>        cout &lt;&lt; x &lt;&lt; " ";</a:t>
            </a:r>
          </a:p>
          <a:p>
            <a:r>
              <a:t>  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10 20 30 40</a:t>
            </a:r>
          </a:p>
          <a:p>
            <a:endParaRPr/>
          </a:p>
          <a:p>
            <a:r>
              <a:t>Note: Elements are unique and automatically sorted.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Operations on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Insertion Operations</a:t>
            </a:r>
          </a:p>
          <a:p>
            <a:r>
              <a:rPr dirty="0"/>
              <a:t>• Deletion Operations</a:t>
            </a:r>
          </a:p>
          <a:p>
            <a:r>
              <a:rPr dirty="0"/>
              <a:t>• Searching Operations</a:t>
            </a:r>
          </a:p>
          <a:p>
            <a:r>
              <a:rPr dirty="0"/>
              <a:t>• Traversal Operations</a:t>
            </a:r>
          </a:p>
          <a:p>
            <a:r>
              <a:rPr dirty="0"/>
              <a:t>• Size &amp; Capacity Operations</a:t>
            </a:r>
          </a:p>
          <a:p>
            <a:r>
              <a:rPr dirty="0"/>
              <a:t>• Set Specific Operations (</a:t>
            </a:r>
            <a:r>
              <a:rPr dirty="0" err="1"/>
              <a:t>lower_bound</a:t>
            </a:r>
            <a:r>
              <a:rPr dirty="0"/>
              <a:t>, </a:t>
            </a:r>
            <a:r>
              <a:rPr dirty="0" err="1"/>
              <a:t>upper_bound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Operations in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insert(value) → Inserts element</a:t>
            </a:r>
          </a:p>
          <a:p>
            <a:r>
              <a:t>   Example: s.insert(50);</a:t>
            </a:r>
          </a:p>
          <a:p>
            <a:endParaRPr/>
          </a:p>
          <a:p>
            <a:r>
              <a:t>2. emplace(value) → Faster insertion</a:t>
            </a:r>
          </a:p>
          <a:p>
            <a:r>
              <a:t>   Example: s.emplace(60);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Deletion Operations in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erase(value) → Delete specific element</a:t>
            </a:r>
          </a:p>
          <a:p>
            <a:r>
              <a:t>   Example: s.erase(20);</a:t>
            </a:r>
          </a:p>
          <a:p>
            <a:endParaRPr/>
          </a:p>
          <a:p>
            <a:r>
              <a:t>2. erase(iterator) → Delete by position</a:t>
            </a:r>
          </a:p>
          <a:p>
            <a:endParaRPr/>
          </a:p>
          <a:p>
            <a:r>
              <a:t>3. clear() → Delete all elements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Searching Operations in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find(value) → Returns iterator if found</a:t>
            </a:r>
          </a:p>
          <a:p>
            <a:r>
              <a:t>   Example: s.find(30);</a:t>
            </a:r>
          </a:p>
          <a:p>
            <a:endParaRPr/>
          </a:p>
          <a:p>
            <a:r>
              <a:t>2. count(value) → Returns 1 if present, else 0</a:t>
            </a:r>
          </a:p>
          <a:p>
            <a:r>
              <a:t>   Example: s.count(10);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Traversal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Using Iterator:</a:t>
            </a:r>
          </a:p>
          <a:p>
            <a:r>
              <a:t>for(auto it = s.begin(); it != s.end(); it++)</a:t>
            </a:r>
          </a:p>
          <a:p>
            <a:r>
              <a:t>    cout &lt;&lt; *it;</a:t>
            </a:r>
          </a:p>
          <a:p>
            <a:endParaRPr/>
          </a:p>
          <a:p>
            <a:r>
              <a:t>2. Using Range-Based Loop:</a:t>
            </a:r>
          </a:p>
          <a:p>
            <a:r>
              <a:t>for(auto x : s)</a:t>
            </a:r>
          </a:p>
          <a:p>
            <a:r>
              <a:t>    cout &lt;&lt; x;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Special Set Operations (Very 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lower_bound(value) → First element ≥ value</a:t>
            </a:r>
          </a:p>
          <a:p>
            <a:r>
              <a:t>2. upper_bound(value) → First element &gt; value</a:t>
            </a:r>
          </a:p>
          <a:p>
            <a:r>
              <a:t>3. equal_range(value) → Range of elements</a:t>
            </a:r>
          </a:p>
          <a:p>
            <a:endParaRPr/>
          </a:p>
          <a:p>
            <a:r>
              <a:t>Example: s.lower_bound(25);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Size &amp; Capacity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size() → Number of elements</a:t>
            </a:r>
          </a:p>
          <a:p>
            <a:r>
              <a:t>2. empty() → Checks if set is empty</a:t>
            </a:r>
          </a:p>
          <a:p>
            <a:r>
              <a:t>3. max_size() → Maximum possible size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94977"/>
            <a:ext cx="10058400" cy="1450757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Complete Set Operations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#include &lt;iostream&gt;</a:t>
            </a:r>
          </a:p>
          <a:p>
            <a:r>
              <a:rPr dirty="0"/>
              <a:t>#include &lt;set&gt;</a:t>
            </a:r>
          </a:p>
          <a:p>
            <a:r>
              <a:rPr dirty="0"/>
              <a:t>using namespace std;</a:t>
            </a:r>
          </a:p>
          <a:p>
            <a:endParaRPr dirty="0"/>
          </a:p>
          <a:p>
            <a:r>
              <a:rPr dirty="0"/>
              <a:t>int main() {</a:t>
            </a:r>
          </a:p>
          <a:p>
            <a:r>
              <a:rPr dirty="0"/>
              <a:t>    set&lt;int&gt; s;</a:t>
            </a:r>
          </a:p>
          <a:p>
            <a:r>
              <a:rPr dirty="0"/>
              <a:t>    </a:t>
            </a:r>
            <a:r>
              <a:rPr dirty="0" err="1"/>
              <a:t>s.insert</a:t>
            </a:r>
            <a:r>
              <a:rPr dirty="0"/>
              <a:t>(30);</a:t>
            </a:r>
          </a:p>
          <a:p>
            <a:r>
              <a:rPr dirty="0"/>
              <a:t>    </a:t>
            </a:r>
            <a:r>
              <a:rPr dirty="0" err="1"/>
              <a:t>s.insert</a:t>
            </a:r>
            <a:r>
              <a:rPr dirty="0"/>
              <a:t>(10);</a:t>
            </a:r>
          </a:p>
          <a:p>
            <a:r>
              <a:rPr dirty="0"/>
              <a:t>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43D8F-D394-7601-989C-D0D589C1ACE5}"/>
              </a:ext>
            </a:extLst>
          </p:cNvPr>
          <p:cNvSpPr txBox="1"/>
          <p:nvPr/>
        </p:nvSpPr>
        <p:spPr>
          <a:xfrm>
            <a:off x="5620732" y="1913169"/>
            <a:ext cx="60944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err="1"/>
              <a:t>s.insert</a:t>
            </a:r>
            <a:r>
              <a:rPr lang="en-IN" sz="2000" dirty="0"/>
              <a:t>(20);</a:t>
            </a:r>
          </a:p>
          <a:p>
            <a:r>
              <a:rPr lang="en-IN" sz="2000" dirty="0"/>
              <a:t>    </a:t>
            </a:r>
            <a:r>
              <a:rPr lang="en-IN" sz="2000" dirty="0" err="1"/>
              <a:t>s.erase</a:t>
            </a:r>
            <a:r>
              <a:rPr lang="en-IN" sz="2000" dirty="0"/>
              <a:t>(10);</a:t>
            </a:r>
          </a:p>
          <a:p>
            <a:r>
              <a:rPr lang="en-IN" sz="2000" dirty="0"/>
              <a:t>    for(auto x : s)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cout</a:t>
            </a:r>
            <a:r>
              <a:rPr lang="en-IN" sz="2000" dirty="0"/>
              <a:t> &lt;&lt; x &lt;&lt; " ";</a:t>
            </a:r>
          </a:p>
          <a:p>
            <a:r>
              <a:rPr lang="en-IN" sz="2000" dirty="0"/>
              <a:t>    return 0;</a:t>
            </a:r>
          </a:p>
          <a:p>
            <a:r>
              <a:rPr lang="en-IN" sz="2000" dirty="0"/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Set vs Vector vs Map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Set:</a:t>
            </a:r>
          </a:p>
          <a:p>
            <a:r>
              <a:t>• Unique elements</a:t>
            </a:r>
          </a:p>
          <a:p>
            <a:r>
              <a:t>• Sorted order</a:t>
            </a:r>
          </a:p>
          <a:p>
            <a:endParaRPr/>
          </a:p>
          <a:p>
            <a:r>
              <a:t>Vector:</a:t>
            </a:r>
          </a:p>
          <a:p>
            <a:r>
              <a:t>• Allows duplicates</a:t>
            </a:r>
          </a:p>
          <a:p>
            <a:r>
              <a:t>• Index access</a:t>
            </a:r>
          </a:p>
          <a:p>
            <a:endParaRPr/>
          </a:p>
          <a:p>
            <a:r>
              <a:t>Map:</a:t>
            </a:r>
          </a:p>
          <a:p>
            <a:r>
              <a:t>• Key-Value pairs</a:t>
            </a:r>
          </a:p>
          <a:p>
            <a:r>
              <a:t>• Unique keys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Important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set in C++ with syntax and example</a:t>
            </a:r>
          </a:p>
          <a:p>
            <a:r>
              <a:t>2. Explain all set operations in STL</a:t>
            </a:r>
          </a:p>
          <a:p>
            <a:r>
              <a:t>3. Differentiate set and unordered_set</a:t>
            </a:r>
          </a:p>
          <a:p>
            <a:r>
              <a:t>4. Write a program using set container</a:t>
            </a:r>
          </a:p>
          <a:p>
            <a:r>
              <a:t>5. Explain traversal of set using iterator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Set stores elements in:</a:t>
            </a:r>
          </a:p>
          <a:p>
            <a:r>
              <a:t>a) Sorted &amp; Unique  b) Random  c) Duplicate  d) Unordered</a:t>
            </a:r>
          </a:p>
          <a:p>
            <a:endParaRPr/>
          </a:p>
          <a:p>
            <a:r>
              <a:t>2. Function used to insert in set:</a:t>
            </a:r>
          </a:p>
          <a:p>
            <a:r>
              <a:t>a) push_back()  b) insert()  c) add()  d) append()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</TotalTime>
  <Words>826</Words>
  <Application>Microsoft Office PowerPoint</Application>
  <PresentationFormat>Widescreen</PresentationFormat>
  <Paragraphs>145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Calibri</vt:lpstr>
      <vt:lpstr>Calibri Light</vt:lpstr>
      <vt:lpstr>Raleway</vt:lpstr>
      <vt:lpstr>Retrospect</vt:lpstr>
      <vt:lpstr>MODULE-1 INTRODUCTION TO C++</vt:lpstr>
      <vt:lpstr>Session Outcomes</vt:lpstr>
      <vt:lpstr>What is a Set in C++?</vt:lpstr>
      <vt:lpstr>Real World Analogy of Set</vt:lpstr>
      <vt:lpstr>Key Characteristics of Set</vt:lpstr>
      <vt:lpstr>Syntax and Declaration</vt:lpstr>
      <vt:lpstr>Initialization Example</vt:lpstr>
      <vt:lpstr>Basic Set Program</vt:lpstr>
      <vt:lpstr>Output</vt:lpstr>
      <vt:lpstr>Operations on Set</vt:lpstr>
      <vt:lpstr>Insertion Operations in Set</vt:lpstr>
      <vt:lpstr>Deletion Operations in Set</vt:lpstr>
      <vt:lpstr>Searching Operations in Set</vt:lpstr>
      <vt:lpstr>Traversal Operations</vt:lpstr>
      <vt:lpstr>Special Set Operations (Very Important)</vt:lpstr>
      <vt:lpstr>Size &amp; Capacity Operations</vt:lpstr>
      <vt:lpstr>Complete Set Operations Program</vt:lpstr>
      <vt:lpstr>Set vs Vector vs Map 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2</cp:revision>
  <dcterms:created xsi:type="dcterms:W3CDTF">2013-01-27T09:14:16Z</dcterms:created>
  <dcterms:modified xsi:type="dcterms:W3CDTF">2026-02-18T08:02:55Z</dcterms:modified>
  <cp:category/>
</cp:coreProperties>
</file>