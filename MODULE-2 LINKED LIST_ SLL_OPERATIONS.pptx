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8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1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26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6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80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9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2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1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616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IN" sz="4000" b="1" i="0" u="none" strike="noStrike" kern="1200" cap="none" spc="-50" normalizeH="0" baseline="0" noProof="0" dirty="0">
                <a:ln>
                  <a:noFill/>
                </a:ln>
                <a:solidFill>
                  <a:srgbClr val="BD582C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MODULE-2 LINKED LIST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SINGLE LINKED LIST OPERATIONS WITH CODE :Insert, Delete, Search, Sort, Display, Reverse, Count</a:t>
            </a:r>
            <a:endParaRPr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5F221-CED6-9390-A6A4-ACA76AD2A88B}"/>
              </a:ext>
            </a:extLst>
          </p:cNvPr>
          <p:cNvSpPr txBox="1"/>
          <p:nvPr/>
        </p:nvSpPr>
        <p:spPr>
          <a:xfrm>
            <a:off x="8986101" y="5138259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6A73FBB-29A1-8DB7-7D97-9E1BA6C7F54C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587E128E-205D-60AD-5ED5-1EC7B9B30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D13C62-B872-47E7-5AEB-9DCF2A62522F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CFCD759F-56E2-8146-000D-AB52FAB0A2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6215640-D476-8AF2-3E17-8D61AB3805AD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F0548DC-FBEC-ECC9-9611-BF724B939872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Explain all insertion and deletion operations</a:t>
            </a:r>
          </a:p>
          <a:p>
            <a:r>
              <a:t>• Implement linked list functions using C++</a:t>
            </a:r>
          </a:p>
          <a:p>
            <a:r>
              <a:t>• Understand traversal based operations</a:t>
            </a:r>
          </a:p>
          <a:p>
            <a:r>
              <a:t>• Apply algorithms in exams and lab programs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Node Structure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Node {</a:t>
            </a:r>
          </a:p>
          <a:p>
            <a:r>
              <a:t>    int data;</a:t>
            </a:r>
          </a:p>
          <a:p>
            <a:r>
              <a:t>    Node* next;</a:t>
            </a:r>
          </a:p>
          <a:p>
            <a:r>
              <a:t>};</a:t>
            </a:r>
          </a:p>
          <a:p>
            <a:endParaRPr/>
          </a:p>
          <a:p>
            <a:r>
              <a:t>Node* head = NULL;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Beginning -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Create new node</a:t>
            </a:r>
          </a:p>
          <a:p>
            <a:r>
              <a:t>2. newNode-&gt;next = head</a:t>
            </a:r>
          </a:p>
          <a:p>
            <a:r>
              <a:t>3. head = newNode</a:t>
            </a:r>
          </a:p>
          <a:p>
            <a:r>
              <a:t>Time Complexity: O(1)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Beginning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void </a:t>
            </a:r>
            <a:r>
              <a:rPr dirty="0" err="1"/>
              <a:t>insertBeginning</a:t>
            </a:r>
            <a:r>
              <a:rPr dirty="0"/>
              <a:t>(int value) {</a:t>
            </a:r>
          </a:p>
          <a:p>
            <a:r>
              <a:rPr dirty="0"/>
              <a:t>    Node* </a:t>
            </a:r>
            <a:r>
              <a:rPr dirty="0" err="1"/>
              <a:t>newNode</a:t>
            </a:r>
            <a:r>
              <a:rPr dirty="0"/>
              <a:t> = new Node;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-&gt;data = value;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-&gt;next = head;</a:t>
            </a:r>
          </a:p>
          <a:p>
            <a:r>
              <a:rPr dirty="0"/>
              <a:t>    head = </a:t>
            </a:r>
            <a:r>
              <a:rPr dirty="0" err="1"/>
              <a:t>newNode</a:t>
            </a:r>
            <a:r>
              <a:rPr dirty="0"/>
              <a:t>;</a:t>
            </a:r>
          </a:p>
          <a:p>
            <a:r>
              <a:rPr dirty="0"/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End -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Create new node</a:t>
            </a:r>
          </a:p>
          <a:p>
            <a:r>
              <a:t>2. Traverse till last node</a:t>
            </a:r>
          </a:p>
          <a:p>
            <a:r>
              <a:t>3. last-&gt;next = newNode</a:t>
            </a:r>
          </a:p>
          <a:p>
            <a:r>
              <a:t>4. newNode-&gt;next = NULL</a:t>
            </a:r>
          </a:p>
          <a:p>
            <a:r>
              <a:t>Time Complexity: O(n)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94977"/>
            <a:ext cx="10058400" cy="145075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End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insertEnd</a:t>
            </a:r>
            <a:r>
              <a:rPr dirty="0"/>
              <a:t>(int value) {</a:t>
            </a:r>
          </a:p>
          <a:p>
            <a:r>
              <a:rPr dirty="0"/>
              <a:t>    Node* </a:t>
            </a:r>
            <a:r>
              <a:rPr dirty="0" err="1"/>
              <a:t>newNode</a:t>
            </a:r>
            <a:r>
              <a:rPr dirty="0"/>
              <a:t> = new Node;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-&gt;data = value;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-&gt;next = NULL;</a:t>
            </a:r>
          </a:p>
          <a:p>
            <a:r>
              <a:rPr dirty="0"/>
              <a:t>    if (head == NULL) {</a:t>
            </a:r>
          </a:p>
          <a:p>
            <a:r>
              <a:rPr dirty="0"/>
              <a:t>        head = </a:t>
            </a:r>
            <a:r>
              <a:rPr dirty="0" err="1"/>
              <a:t>newNode</a:t>
            </a:r>
            <a:r>
              <a:rPr dirty="0"/>
              <a:t>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76E33-8009-D2F5-DA69-C3A413D8A2B9}"/>
              </a:ext>
            </a:extLst>
          </p:cNvPr>
          <p:cNvSpPr txBox="1"/>
          <p:nvPr/>
        </p:nvSpPr>
        <p:spPr>
          <a:xfrm>
            <a:off x="5479330" y="1768655"/>
            <a:ext cx="60944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while (temp-&gt;next != NULL)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Position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insertAtPosition</a:t>
            </a:r>
            <a:r>
              <a:rPr dirty="0"/>
              <a:t>(int value, int pos) {</a:t>
            </a:r>
          </a:p>
          <a:p>
            <a:r>
              <a:rPr dirty="0"/>
              <a:t>    if (pos == 1) {</a:t>
            </a:r>
          </a:p>
          <a:p>
            <a:r>
              <a:rPr dirty="0"/>
              <a:t>        </a:t>
            </a:r>
            <a:r>
              <a:rPr dirty="0" err="1"/>
              <a:t>insertBeginning</a:t>
            </a:r>
            <a:r>
              <a:rPr dirty="0"/>
              <a:t>(value);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  <a:p>
            <a:r>
              <a:rPr dirty="0"/>
              <a:t>    Node* </a:t>
            </a:r>
            <a:r>
              <a:rPr dirty="0" err="1"/>
              <a:t>newNode</a:t>
            </a:r>
            <a:r>
              <a:rPr dirty="0"/>
              <a:t> = new Node;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-&gt;data = value;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6AB3D-39E8-26F8-1A46-7627A7EB0C2E}"/>
              </a:ext>
            </a:extLst>
          </p:cNvPr>
          <p:cNvSpPr txBox="1"/>
          <p:nvPr/>
        </p:nvSpPr>
        <p:spPr>
          <a:xfrm>
            <a:off x="5922390" y="1845734"/>
            <a:ext cx="588939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for (int i = 1; i &lt; pos-1 &amp;&amp; temp != NULL; i++)</a:t>
            </a:r>
          </a:p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if (temp == NULL) return;</a:t>
            </a:r>
          </a:p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-&gt;next = temp-&gt;next;</a:t>
            </a:r>
          </a:p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Beginning -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Check if list is empty</a:t>
            </a:r>
          </a:p>
          <a:p>
            <a:r>
              <a:t>2. temp = head</a:t>
            </a:r>
          </a:p>
          <a:p>
            <a:r>
              <a:t>3. head = head-&gt;next</a:t>
            </a:r>
          </a:p>
          <a:p>
            <a:r>
              <a:t>4. delete temp</a:t>
            </a:r>
          </a:p>
          <a:p>
            <a:r>
              <a:t>Time Complexity: O(1)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Beginning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deleteBeginning() {</a:t>
            </a:r>
          </a:p>
          <a:p>
            <a:r>
              <a:t>    if (head == NULL) return;</a:t>
            </a:r>
          </a:p>
          <a:p>
            <a:r>
              <a:t>    Node* temp = head;</a:t>
            </a:r>
          </a:p>
          <a:p>
            <a:r>
              <a:t>    head = head-&gt;next;</a:t>
            </a:r>
          </a:p>
          <a:p>
            <a:r>
              <a:t>    delete temp;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End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deleteEnd</a:t>
            </a:r>
            <a:r>
              <a:rPr dirty="0"/>
              <a:t>() {</a:t>
            </a:r>
          </a:p>
          <a:p>
            <a:r>
              <a:rPr dirty="0"/>
              <a:t>    if (head == NULL) return;</a:t>
            </a:r>
          </a:p>
          <a:p>
            <a:r>
              <a:rPr dirty="0"/>
              <a:t>    if (head-&gt;next == NULL) {</a:t>
            </a:r>
          </a:p>
          <a:p>
            <a:r>
              <a:rPr dirty="0"/>
              <a:t>        delete head;</a:t>
            </a:r>
          </a:p>
          <a:p>
            <a:r>
              <a:rPr dirty="0"/>
              <a:t>        head = NULL;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FD156-5625-27C1-DA99-4635BDA1BEA5}"/>
              </a:ext>
            </a:extLst>
          </p:cNvPr>
          <p:cNvSpPr txBox="1"/>
          <p:nvPr/>
        </p:nvSpPr>
        <p:spPr>
          <a:xfrm>
            <a:off x="5771562" y="1765169"/>
            <a:ext cx="6094428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/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while (temp-&gt;next-&gt;next != NULL)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delete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NULL;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Position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deleteAtPosition</a:t>
            </a:r>
            <a:r>
              <a:rPr dirty="0"/>
              <a:t>(int pos) {</a:t>
            </a:r>
          </a:p>
          <a:p>
            <a:r>
              <a:rPr dirty="0"/>
              <a:t>    if (head == NULL) return;</a:t>
            </a:r>
          </a:p>
          <a:p>
            <a:r>
              <a:rPr dirty="0"/>
              <a:t>    if (pos == 1) {</a:t>
            </a:r>
          </a:p>
          <a:p>
            <a:r>
              <a:rPr dirty="0"/>
              <a:t>        </a:t>
            </a:r>
            <a:r>
              <a:rPr dirty="0" err="1"/>
              <a:t>deleteBeginning</a:t>
            </a:r>
            <a:r>
              <a:rPr dirty="0"/>
              <a:t>();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  <a:p>
            <a:r>
              <a:rPr dirty="0"/>
              <a:t>    Node* temp = head;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C6DAA7-1767-7008-1B4C-E8BBC2A7FC98}"/>
              </a:ext>
            </a:extLst>
          </p:cNvPr>
          <p:cNvSpPr txBox="1"/>
          <p:nvPr/>
        </p:nvSpPr>
        <p:spPr>
          <a:xfrm>
            <a:off x="5564172" y="1845734"/>
            <a:ext cx="609442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(int i = 1; i &lt; pos-1 &amp;&amp; temp-&gt;next != NULL; i++)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if (temp-&gt;next == NULL) return;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Node*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delete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Search Operation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/>
              <a:t>int search(int key) {</a:t>
            </a:r>
          </a:p>
          <a:p>
            <a:r>
              <a:rPr dirty="0"/>
              <a:t>    Node* temp = head;</a:t>
            </a:r>
          </a:p>
          <a:p>
            <a:r>
              <a:rPr dirty="0"/>
              <a:t>    int pos = 1;</a:t>
            </a:r>
          </a:p>
          <a:p>
            <a:r>
              <a:rPr dirty="0"/>
              <a:t>    while (temp != NULL) {</a:t>
            </a:r>
          </a:p>
          <a:p>
            <a:r>
              <a:rPr dirty="0"/>
              <a:t>        if (temp-&gt;data == key)</a:t>
            </a:r>
          </a:p>
          <a:p>
            <a:r>
              <a:rPr dirty="0"/>
              <a:t>            return pos;</a:t>
            </a:r>
          </a:p>
          <a:p>
            <a:r>
              <a:rPr dirty="0"/>
              <a:t>        temp = temp-&gt;next;</a:t>
            </a:r>
          </a:p>
          <a:p>
            <a:r>
              <a:rPr dirty="0"/>
              <a:t>        pos++;</a:t>
            </a:r>
          </a:p>
          <a:p>
            <a:r>
              <a:rPr dirty="0"/>
              <a:t>    }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FDB63-3BDA-B344-3FF5-6B3F5AB2F7A6}"/>
              </a:ext>
            </a:extLst>
          </p:cNvPr>
          <p:cNvSpPr txBox="1"/>
          <p:nvPr/>
        </p:nvSpPr>
        <p:spPr>
          <a:xfrm>
            <a:off x="5517038" y="1845734"/>
            <a:ext cx="6094428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return -1;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Display Operation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void display() {</a:t>
            </a:r>
          </a:p>
          <a:p>
            <a:r>
              <a:t>    Node* temp = head;</a:t>
            </a:r>
          </a:p>
          <a:p>
            <a:r>
              <a:t>    while (temp != NULL) {</a:t>
            </a:r>
          </a:p>
          <a:p>
            <a:r>
              <a:t>        cout &lt;&lt; temp-&gt;data &lt;&lt; " -&gt; ";</a:t>
            </a:r>
          </a:p>
          <a:p>
            <a:r>
              <a:t>        temp = temp-&gt;next;</a:t>
            </a:r>
          </a:p>
          <a:p>
            <a:r>
              <a:t>    }</a:t>
            </a:r>
          </a:p>
          <a:p>
            <a:r>
              <a:t>    cout &lt;&lt; "NULL";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Count Nodes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int countNodes() {</a:t>
            </a:r>
          </a:p>
          <a:p>
            <a:r>
              <a:t>    int count = 0;</a:t>
            </a:r>
          </a:p>
          <a:p>
            <a:r>
              <a:t>    Node* temp = head;</a:t>
            </a:r>
          </a:p>
          <a:p>
            <a:r>
              <a:t>    while (temp != NULL) {</a:t>
            </a:r>
          </a:p>
          <a:p>
            <a:r>
              <a:t>        count++;</a:t>
            </a:r>
          </a:p>
          <a:p>
            <a:r>
              <a:t>        temp = temp-&gt;next;</a:t>
            </a:r>
          </a:p>
          <a:p>
            <a:r>
              <a:t>    }</a:t>
            </a:r>
          </a:p>
          <a:p>
            <a:r>
              <a:t>    return count;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Reverse Linked List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void reverse() {</a:t>
            </a:r>
          </a:p>
          <a:p>
            <a:r>
              <a:t>    Node *prev = NULL, *curr = head, *next;</a:t>
            </a:r>
          </a:p>
          <a:p>
            <a:r>
              <a:t>    while (curr != NULL) {</a:t>
            </a:r>
          </a:p>
          <a:p>
            <a:r>
              <a:t>        next = curr-&gt;next;</a:t>
            </a:r>
          </a:p>
          <a:p>
            <a:r>
              <a:t>        curr-&gt;next = prev;</a:t>
            </a:r>
          </a:p>
          <a:p>
            <a:r>
              <a:t>        prev = curr;</a:t>
            </a:r>
          </a:p>
          <a:p>
            <a:r>
              <a:t>        curr = next;</a:t>
            </a:r>
          </a:p>
          <a:p>
            <a:r>
              <a:t>    }</a:t>
            </a:r>
          </a:p>
          <a:p>
            <a:r>
              <a:t>    head = prev;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Sorting Linked List (Bubble Sort)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/>
              <a:t>void </a:t>
            </a:r>
            <a:r>
              <a:rPr dirty="0" err="1"/>
              <a:t>sortList</a:t>
            </a:r>
            <a:r>
              <a:rPr dirty="0"/>
              <a:t>() {</a:t>
            </a:r>
          </a:p>
          <a:p>
            <a:r>
              <a:rPr dirty="0"/>
              <a:t>    for (Node* i = head; i != NULL; i = i-&gt;next) {</a:t>
            </a:r>
          </a:p>
          <a:p>
            <a:r>
              <a:rPr dirty="0"/>
              <a:t>        for (Node* j = i-&gt;next; j != NULL; j = j-&gt;next) {</a:t>
            </a:r>
          </a:p>
          <a:p>
            <a:r>
              <a:rPr dirty="0"/>
              <a:t>            if (i-&gt;data &gt; j-&gt;data) {</a:t>
            </a:r>
          </a:p>
          <a:p>
            <a:r>
              <a:rPr dirty="0"/>
              <a:t>                int temp = i-&gt;data;</a:t>
            </a:r>
          </a:p>
          <a:p>
            <a:r>
              <a:rPr dirty="0"/>
              <a:t>                i-&gt;data = j-&gt;data;</a:t>
            </a:r>
          </a:p>
          <a:p>
            <a:r>
              <a:rPr dirty="0"/>
              <a:t>                j-&gt;data = temp;</a:t>
            </a:r>
          </a:p>
          <a:p>
            <a:r>
              <a:rPr dirty="0"/>
              <a:t>            }</a:t>
            </a:r>
          </a:p>
          <a:p>
            <a:r>
              <a:rPr dirty="0"/>
              <a:t>       }</a:t>
            </a:r>
            <a:r>
              <a:rPr lang="en-US" dirty="0"/>
              <a:t>	</a:t>
            </a:r>
            <a:r>
              <a:rPr dirty="0"/>
              <a:t>}</a:t>
            </a:r>
            <a:r>
              <a:rPr lang="en-US" dirty="0"/>
              <a:t>	</a:t>
            </a: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Time Complexity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Insertion (Beginning): O(1)</a:t>
            </a:r>
          </a:p>
          <a:p>
            <a:r>
              <a:t>Insertion (End): O(n)</a:t>
            </a:r>
          </a:p>
          <a:p>
            <a:r>
              <a:t>Deletion (Beginning): O(1)</a:t>
            </a:r>
          </a:p>
          <a:p>
            <a:r>
              <a:t>Deletion (End): O(n)</a:t>
            </a:r>
          </a:p>
          <a:p>
            <a:r>
              <a:t>Search: O(n)</a:t>
            </a:r>
          </a:p>
          <a:p>
            <a:r>
              <a:t>Reverse: O(n)</a:t>
            </a:r>
          </a:p>
          <a:p>
            <a:r>
              <a:t>Sort: O(n^2)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Override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1056</Words>
  <Application>Microsoft Office PowerPoint</Application>
  <PresentationFormat>Widescreen</PresentationFormat>
  <Paragraphs>175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Calibri</vt:lpstr>
      <vt:lpstr>Calibri Light</vt:lpstr>
      <vt:lpstr>Raleway</vt:lpstr>
      <vt:lpstr>Retrospect</vt:lpstr>
      <vt:lpstr>MODULE-2 LINKED LIST</vt:lpstr>
      <vt:lpstr>Session Outcomes</vt:lpstr>
      <vt:lpstr>Node Structure in C++</vt:lpstr>
      <vt:lpstr>Insertion at Beginning - Algorithm</vt:lpstr>
      <vt:lpstr>Insertion at Beginning - Code</vt:lpstr>
      <vt:lpstr>Insertion at End - Algorithm</vt:lpstr>
      <vt:lpstr>Insertion at End - Code</vt:lpstr>
      <vt:lpstr>Insertion at Position - Code</vt:lpstr>
      <vt:lpstr>Deletion at Beginning - Algorithm</vt:lpstr>
      <vt:lpstr>Deletion at Beginning - Code</vt:lpstr>
      <vt:lpstr>Deletion at End - Code</vt:lpstr>
      <vt:lpstr>Deletion at Position - Code</vt:lpstr>
      <vt:lpstr>Search Operation - Code</vt:lpstr>
      <vt:lpstr>Display Operation - Code</vt:lpstr>
      <vt:lpstr>Count Nodes - Code</vt:lpstr>
      <vt:lpstr>Reverse Linked List - Code</vt:lpstr>
      <vt:lpstr>Sorting Linked List (Bubble Sort) - Code</vt:lpstr>
      <vt:lpstr>Time Complexity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2026-02-27T06:29:32Z</dcterms:modified>
  <cp:category/>
</cp:coreProperties>
</file>