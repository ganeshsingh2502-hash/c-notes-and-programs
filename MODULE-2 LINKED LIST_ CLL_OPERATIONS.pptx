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37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22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014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0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03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40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9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8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65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643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51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IN" sz="4000" b="1" i="0" u="none" strike="noStrike" kern="1200" cap="none" spc="-50" normalizeH="0" baseline="0" noProof="0" dirty="0">
                <a:ln>
                  <a:noFill/>
                </a:ln>
                <a:solidFill>
                  <a:srgbClr val="BD582C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MODULE-2 LINKED LIST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TOPIC: </a:t>
            </a: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CIRCULAR LINKED LIST OPERATIONS WITH CODE :Insert, Delete, Search, Sort, Display, Reverse, Count</a:t>
            </a:r>
            <a:endParaRPr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5F221-CED6-9390-A6A4-ACA76AD2A88B}"/>
              </a:ext>
            </a:extLst>
          </p:cNvPr>
          <p:cNvSpPr txBox="1"/>
          <p:nvPr/>
        </p:nvSpPr>
        <p:spPr>
          <a:xfrm>
            <a:off x="8986101" y="5138259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6A73FBB-29A1-8DB7-7D97-9E1BA6C7F54C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6" name="Picture 5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587E128E-205D-60AD-5ED5-1EC7B9B30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AD13C62-B872-47E7-5AEB-9DCF2A62522F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8" name="Picture 7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CFCD759F-56E2-8146-000D-AB52FAB0A2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6215640-D476-8AF2-3E17-8D61AB3805AD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F0548DC-FBEC-ECC9-9611-BF724B939872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Explain Circular Linked List operations</a:t>
            </a:r>
          </a:p>
          <a:p>
            <a:r>
              <a:t>• Implement insertion and deletion in CLL</a:t>
            </a:r>
          </a:p>
          <a:p>
            <a:r>
              <a:t>• Understand circular traversal logic</a:t>
            </a:r>
          </a:p>
          <a:p>
            <a:r>
              <a:t>• Apply CLL programs in exams and labs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Introduction to Circular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Circular Linked List (CLL) is a linked list where</a:t>
            </a:r>
          </a:p>
          <a:p>
            <a:r>
              <a:t>the last node points back to the first node.</a:t>
            </a:r>
          </a:p>
          <a:p>
            <a:endParaRPr/>
          </a:p>
          <a:p>
            <a:r>
              <a:t>Unlike SLL, there is no NULL pointer at the end.</a:t>
            </a:r>
          </a:p>
          <a:p>
            <a:r>
              <a:t>Structure: Last-&gt;next = Head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Node Structure in C++ (CLL)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Node {</a:t>
            </a:r>
          </a:p>
          <a:p>
            <a:r>
              <a:t>    int data;</a:t>
            </a:r>
          </a:p>
          <a:p>
            <a:r>
              <a:t>    Node* next;</a:t>
            </a:r>
          </a:p>
          <a:p>
            <a:r>
              <a:t>};</a:t>
            </a:r>
          </a:p>
          <a:p>
            <a:endParaRPr/>
          </a:p>
          <a:p>
            <a:r>
              <a:t>Node* head = NULL;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at Beginning - Algorithm (CLL)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1. Create new node</a:t>
            </a:r>
          </a:p>
          <a:p>
            <a:r>
              <a:t>2. If list empty, newNode-&gt;next = newNode</a:t>
            </a:r>
          </a:p>
          <a:p>
            <a:r>
              <a:t>3. Else find last node</a:t>
            </a:r>
          </a:p>
          <a:p>
            <a:r>
              <a:t>4. newNode-&gt;next = head</a:t>
            </a:r>
          </a:p>
          <a:p>
            <a:r>
              <a:t>5. last-&gt;next = newNode</a:t>
            </a:r>
          </a:p>
          <a:p>
            <a:r>
              <a:t>6. head = newNode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at Beginning - Code (CLL)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insertBeginning</a:t>
            </a:r>
            <a:r>
              <a:rPr dirty="0"/>
              <a:t>(int value) {</a:t>
            </a:r>
          </a:p>
          <a:p>
            <a:r>
              <a:rPr dirty="0"/>
              <a:t>    Node* </a:t>
            </a:r>
            <a:r>
              <a:rPr dirty="0" err="1"/>
              <a:t>newNode</a:t>
            </a:r>
            <a:r>
              <a:rPr dirty="0"/>
              <a:t> = new Node;</a:t>
            </a:r>
          </a:p>
          <a:p>
            <a:r>
              <a:rPr dirty="0"/>
              <a:t>    </a:t>
            </a:r>
            <a:r>
              <a:rPr dirty="0" err="1"/>
              <a:t>newNode</a:t>
            </a:r>
            <a:r>
              <a:rPr dirty="0"/>
              <a:t>-&gt;data = value;</a:t>
            </a:r>
          </a:p>
          <a:p>
            <a:r>
              <a:rPr dirty="0"/>
              <a:t>    if (head == NULL) {</a:t>
            </a:r>
          </a:p>
          <a:p>
            <a:r>
              <a:rPr dirty="0"/>
              <a:t>        </a:t>
            </a:r>
            <a:r>
              <a:rPr dirty="0" err="1"/>
              <a:t>newNode</a:t>
            </a:r>
            <a:r>
              <a:rPr dirty="0"/>
              <a:t>-&gt;next = </a:t>
            </a:r>
            <a:r>
              <a:rPr dirty="0" err="1"/>
              <a:t>newNode</a:t>
            </a:r>
            <a:r>
              <a:rPr dirty="0"/>
              <a:t>;</a:t>
            </a:r>
          </a:p>
          <a:p>
            <a:r>
              <a:rPr dirty="0"/>
              <a:t>        head = </a:t>
            </a:r>
            <a:r>
              <a:rPr dirty="0" err="1"/>
              <a:t>newNode</a:t>
            </a:r>
            <a:r>
              <a:rPr dirty="0"/>
              <a:t>;</a:t>
            </a:r>
          </a:p>
          <a:p>
            <a:r>
              <a:rPr dirty="0"/>
              <a:t>        return;</a:t>
            </a:r>
          </a:p>
          <a:p>
            <a:r>
              <a:rPr dirty="0"/>
              <a:t>    }</a:t>
            </a:r>
          </a:p>
          <a:p>
            <a:r>
              <a:rPr dirty="0"/>
              <a:t>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44B86-4204-9C65-BB56-EC811FF3FE25}"/>
              </a:ext>
            </a:extLst>
          </p:cNvPr>
          <p:cNvSpPr txBox="1"/>
          <p:nvPr/>
        </p:nvSpPr>
        <p:spPr>
          <a:xfrm>
            <a:off x="6327742" y="1845734"/>
            <a:ext cx="609442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Node* temp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while (temp-&gt;next != head)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temp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-&gt;next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temp-&gt;next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head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at End - Code (CLL)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insertEnd</a:t>
            </a:r>
            <a:r>
              <a:rPr dirty="0"/>
              <a:t>(int value) {</a:t>
            </a:r>
          </a:p>
          <a:p>
            <a:r>
              <a:rPr dirty="0"/>
              <a:t>    Node* </a:t>
            </a:r>
            <a:r>
              <a:rPr dirty="0" err="1"/>
              <a:t>newNode</a:t>
            </a:r>
            <a:r>
              <a:rPr dirty="0"/>
              <a:t> = new Node;</a:t>
            </a:r>
          </a:p>
          <a:p>
            <a:r>
              <a:rPr dirty="0"/>
              <a:t>    </a:t>
            </a:r>
            <a:r>
              <a:rPr dirty="0" err="1"/>
              <a:t>newNode</a:t>
            </a:r>
            <a:r>
              <a:rPr dirty="0"/>
              <a:t>-&gt;data = value;</a:t>
            </a:r>
          </a:p>
          <a:p>
            <a:r>
              <a:rPr dirty="0"/>
              <a:t>    if (head == NULL) {</a:t>
            </a:r>
          </a:p>
          <a:p>
            <a:r>
              <a:rPr dirty="0"/>
              <a:t>        </a:t>
            </a:r>
            <a:r>
              <a:rPr dirty="0" err="1"/>
              <a:t>newNode</a:t>
            </a:r>
            <a:r>
              <a:rPr dirty="0"/>
              <a:t>-&gt;next = </a:t>
            </a:r>
            <a:r>
              <a:rPr dirty="0" err="1"/>
              <a:t>newNode</a:t>
            </a:r>
            <a:r>
              <a:rPr dirty="0"/>
              <a:t>;</a:t>
            </a:r>
          </a:p>
          <a:p>
            <a:r>
              <a:rPr dirty="0"/>
              <a:t>        head = </a:t>
            </a:r>
            <a:r>
              <a:rPr dirty="0" err="1"/>
              <a:t>newNode</a:t>
            </a:r>
            <a:r>
              <a:rPr dirty="0"/>
              <a:t>;</a:t>
            </a:r>
          </a:p>
          <a:p>
            <a:r>
              <a:rPr dirty="0"/>
              <a:t>        return;</a:t>
            </a:r>
          </a:p>
          <a:p>
            <a:r>
              <a:rPr dirty="0"/>
              <a:t> 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EAE7E8-3BB9-8BF6-3C2B-E78B3F236E2B}"/>
              </a:ext>
            </a:extLst>
          </p:cNvPr>
          <p:cNvSpPr txBox="1"/>
          <p:nvPr/>
        </p:nvSpPr>
        <p:spPr>
          <a:xfrm>
            <a:off x="6356023" y="1845734"/>
            <a:ext cx="6094428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dirty="0"/>
              <a:t> 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Node* temp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while (temp-&gt;next != head)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temp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temp-&gt;next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-&gt;next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at Position - Code (CLL)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insertAtPosition</a:t>
            </a:r>
            <a:r>
              <a:rPr dirty="0"/>
              <a:t>(int value, int pos) {</a:t>
            </a:r>
          </a:p>
          <a:p>
            <a:r>
              <a:rPr dirty="0"/>
              <a:t>    if (pos == 1) {</a:t>
            </a:r>
          </a:p>
          <a:p>
            <a:r>
              <a:rPr dirty="0"/>
              <a:t>        </a:t>
            </a:r>
            <a:r>
              <a:rPr dirty="0" err="1"/>
              <a:t>insertBeginning</a:t>
            </a:r>
            <a:r>
              <a:rPr dirty="0"/>
              <a:t>(value);</a:t>
            </a:r>
          </a:p>
          <a:p>
            <a:r>
              <a:rPr dirty="0"/>
              <a:t>        return;</a:t>
            </a:r>
          </a:p>
          <a:p>
            <a:r>
              <a:rPr dirty="0"/>
              <a:t>    }</a:t>
            </a:r>
          </a:p>
          <a:p>
            <a:r>
              <a:rPr dirty="0"/>
              <a:t>    Node* </a:t>
            </a:r>
            <a:r>
              <a:rPr dirty="0" err="1"/>
              <a:t>newNode</a:t>
            </a:r>
            <a:r>
              <a:rPr dirty="0"/>
              <a:t> = new Node;</a:t>
            </a:r>
          </a:p>
          <a:p>
            <a:r>
              <a:rPr dirty="0"/>
              <a:t>    </a:t>
            </a:r>
            <a:r>
              <a:rPr dirty="0" err="1"/>
              <a:t>newNode</a:t>
            </a:r>
            <a:r>
              <a:rPr dirty="0"/>
              <a:t>-&gt;data = value;</a:t>
            </a:r>
          </a:p>
          <a:p>
            <a:r>
              <a:rPr dirty="0"/>
              <a:t>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073260-DF0B-AF63-1813-B7393C9EF40C}"/>
              </a:ext>
            </a:extLst>
          </p:cNvPr>
          <p:cNvSpPr txBox="1"/>
          <p:nvPr/>
        </p:nvSpPr>
        <p:spPr>
          <a:xfrm>
            <a:off x="6195767" y="1845734"/>
            <a:ext cx="6094428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Node* temp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for (int i = 1; i &lt; pos-1 &amp;&amp; temp-&gt;next != head; i++)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temp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-&gt;next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temp-&gt;next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 at Beginning - Code (CLL)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deleteBeginning</a:t>
            </a:r>
            <a:r>
              <a:rPr dirty="0"/>
              <a:t>() {</a:t>
            </a:r>
          </a:p>
          <a:p>
            <a:r>
              <a:rPr dirty="0"/>
              <a:t>    if (head == NULL) return;</a:t>
            </a:r>
          </a:p>
          <a:p>
            <a:r>
              <a:rPr dirty="0"/>
              <a:t>    if (head-&gt;next == head) {</a:t>
            </a:r>
          </a:p>
          <a:p>
            <a:r>
              <a:rPr dirty="0"/>
              <a:t>        delete head;</a:t>
            </a:r>
          </a:p>
          <a:p>
            <a:r>
              <a:rPr dirty="0"/>
              <a:t>        head = NULL;</a:t>
            </a:r>
          </a:p>
          <a:p>
            <a:r>
              <a:rPr dirty="0"/>
              <a:t>        return;</a:t>
            </a:r>
          </a:p>
          <a:p>
            <a:r>
              <a:rPr dirty="0"/>
              <a:t>    }</a:t>
            </a:r>
          </a:p>
          <a:p>
            <a:r>
              <a:rPr dirty="0"/>
              <a:t>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AEC7C-FD7D-815D-4911-DC7C1A8B4A4F}"/>
              </a:ext>
            </a:extLst>
          </p:cNvPr>
          <p:cNvSpPr txBox="1"/>
          <p:nvPr/>
        </p:nvSpPr>
        <p:spPr>
          <a:xfrm>
            <a:off x="5865830" y="1845734"/>
            <a:ext cx="6094428" cy="356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Node* temp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Node* last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while (last-&gt;next != head)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last = last-&gt;next;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head = head-&gt;next;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last-&gt;next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delete temp;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 at End - Code (CLL)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deleteEnd</a:t>
            </a:r>
            <a:r>
              <a:rPr dirty="0"/>
              <a:t>() {</a:t>
            </a:r>
          </a:p>
          <a:p>
            <a:r>
              <a:rPr dirty="0"/>
              <a:t>    if (head == NULL) return;</a:t>
            </a:r>
          </a:p>
          <a:p>
            <a:r>
              <a:rPr dirty="0"/>
              <a:t>    if (head-&gt;next == head) {</a:t>
            </a:r>
          </a:p>
          <a:p>
            <a:r>
              <a:rPr dirty="0"/>
              <a:t>        delete head;</a:t>
            </a:r>
          </a:p>
          <a:p>
            <a:r>
              <a:rPr dirty="0"/>
              <a:t>        head = NULL;</a:t>
            </a:r>
          </a:p>
          <a:p>
            <a:r>
              <a:rPr dirty="0"/>
              <a:t>        return;</a:t>
            </a:r>
          </a:p>
          <a:p>
            <a:r>
              <a:rPr dirty="0"/>
              <a:t>    }</a:t>
            </a:r>
          </a:p>
          <a:p>
            <a:r>
              <a:rPr dirty="0"/>
              <a:t>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EA4E-2B61-0FAE-76B7-9BECBCBBFA13}"/>
              </a:ext>
            </a:extLst>
          </p:cNvPr>
          <p:cNvSpPr txBox="1"/>
          <p:nvPr/>
        </p:nvSpPr>
        <p:spPr>
          <a:xfrm>
            <a:off x="6205195" y="1845734"/>
            <a:ext cx="609442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Node* temp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while (temp-&gt;next-&gt;next != head)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temp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Node*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temp-&gt;next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delete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 at Position - Code (CLL)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deleteAtPosition</a:t>
            </a:r>
            <a:r>
              <a:rPr dirty="0"/>
              <a:t>(int pos) {</a:t>
            </a:r>
          </a:p>
          <a:p>
            <a:r>
              <a:rPr dirty="0"/>
              <a:t>    if (head == NULL) return;</a:t>
            </a:r>
          </a:p>
          <a:p>
            <a:r>
              <a:rPr dirty="0"/>
              <a:t>    if (pos == 1) {</a:t>
            </a:r>
          </a:p>
          <a:p>
            <a:r>
              <a:rPr dirty="0"/>
              <a:t>        </a:t>
            </a:r>
            <a:r>
              <a:rPr dirty="0" err="1"/>
              <a:t>deleteBeginning</a:t>
            </a:r>
            <a:r>
              <a:rPr dirty="0"/>
              <a:t>();</a:t>
            </a:r>
          </a:p>
          <a:p>
            <a:r>
              <a:rPr dirty="0"/>
              <a:t>        return;</a:t>
            </a:r>
          </a:p>
          <a:p>
            <a:r>
              <a:rPr dirty="0"/>
              <a:t>    }</a:t>
            </a:r>
          </a:p>
          <a:p>
            <a:r>
              <a:rPr dirty="0"/>
              <a:t>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F2054-9CE4-599D-33D5-2FAC26850619}"/>
              </a:ext>
            </a:extLst>
          </p:cNvPr>
          <p:cNvSpPr txBox="1"/>
          <p:nvPr/>
        </p:nvSpPr>
        <p:spPr>
          <a:xfrm>
            <a:off x="5912963" y="1845734"/>
            <a:ext cx="609442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Node* temp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for (int i = 1; i &lt; pos-1 &amp;&amp; temp-&gt;next != head; i++)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temp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Node*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temp-&gt;next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delete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Search Operation - Code (CLL)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int search(int key) {</a:t>
            </a:r>
          </a:p>
          <a:p>
            <a:r>
              <a:rPr dirty="0"/>
              <a:t>    if (head == NULL) return -1;</a:t>
            </a:r>
          </a:p>
          <a:p>
            <a:r>
              <a:rPr dirty="0"/>
              <a:t>    Node* temp = head;</a:t>
            </a:r>
          </a:p>
          <a:p>
            <a:r>
              <a:rPr dirty="0"/>
              <a:t>    int pos = 1;</a:t>
            </a:r>
          </a:p>
          <a:p>
            <a:r>
              <a:rPr dirty="0"/>
              <a:t>    do {</a:t>
            </a:r>
          </a:p>
          <a:p>
            <a:r>
              <a:rPr dirty="0"/>
              <a:t>        if (temp-&gt;data == key)</a:t>
            </a:r>
          </a:p>
          <a:p>
            <a:r>
              <a:rPr dirty="0"/>
              <a:t>            return pos;</a:t>
            </a:r>
          </a:p>
          <a:p>
            <a:r>
              <a:rPr dirty="0"/>
              <a:t>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45ADB-7A55-FDE9-F4AB-C0AA18035482}"/>
              </a:ext>
            </a:extLst>
          </p:cNvPr>
          <p:cNvSpPr txBox="1"/>
          <p:nvPr/>
        </p:nvSpPr>
        <p:spPr>
          <a:xfrm>
            <a:off x="5705573" y="1845734"/>
            <a:ext cx="6094428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temp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pos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++;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} while (temp != head);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return -1;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Display Operation - Code (CLL)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display() {</a:t>
            </a:r>
          </a:p>
          <a:p>
            <a:r>
              <a:rPr dirty="0"/>
              <a:t>    if (head == NULL) return;</a:t>
            </a:r>
          </a:p>
          <a:p>
            <a:r>
              <a:rPr dirty="0"/>
              <a:t>    Node* temp = head;</a:t>
            </a:r>
          </a:p>
          <a:p>
            <a:r>
              <a:rPr dirty="0"/>
              <a:t>    do {</a:t>
            </a:r>
          </a:p>
          <a:p>
            <a:r>
              <a:rPr dirty="0"/>
              <a:t>        </a:t>
            </a:r>
            <a:r>
              <a:rPr dirty="0" err="1"/>
              <a:t>cout</a:t>
            </a:r>
            <a:r>
              <a:rPr dirty="0"/>
              <a:t> &lt;&lt; temp-&gt;data &lt;&lt; " -&gt; ";</a:t>
            </a:r>
          </a:p>
          <a:p>
            <a:r>
              <a:rPr dirty="0"/>
              <a:t>        temp = temp-&gt;next;</a:t>
            </a:r>
          </a:p>
          <a:p>
            <a:r>
              <a:rPr dirty="0"/>
              <a:t>    } while (temp != head);</a:t>
            </a:r>
          </a:p>
          <a:p>
            <a:r>
              <a:rPr dirty="0"/>
              <a:t>    </a:t>
            </a:r>
            <a:r>
              <a:rPr dirty="0" err="1"/>
              <a:t>cout</a:t>
            </a:r>
            <a:r>
              <a:rPr dirty="0"/>
              <a:t> &lt;&lt; "(Back to Head)";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Count Nodes - Code (CLL)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int </a:t>
            </a:r>
            <a:r>
              <a:rPr dirty="0" err="1"/>
              <a:t>countNodes</a:t>
            </a:r>
            <a:r>
              <a:rPr dirty="0"/>
              <a:t>() {</a:t>
            </a:r>
          </a:p>
          <a:p>
            <a:r>
              <a:rPr dirty="0"/>
              <a:t>    if (head == NULL) return 0;</a:t>
            </a:r>
          </a:p>
          <a:p>
            <a:r>
              <a:rPr dirty="0"/>
              <a:t>    int count = 0;</a:t>
            </a:r>
          </a:p>
          <a:p>
            <a:r>
              <a:rPr dirty="0"/>
              <a:t>    Node* temp = head;</a:t>
            </a:r>
          </a:p>
          <a:p>
            <a:r>
              <a:rPr dirty="0"/>
              <a:t>    do {</a:t>
            </a:r>
          </a:p>
          <a:p>
            <a:r>
              <a:rPr dirty="0"/>
              <a:t>        count++;</a:t>
            </a:r>
          </a:p>
          <a:p>
            <a:r>
              <a:rPr dirty="0"/>
              <a:t>        temp = temp-&gt;next;</a:t>
            </a:r>
          </a:p>
          <a:p>
            <a:r>
              <a:rPr dirty="0"/>
              <a:t>    } while (temp != head);</a:t>
            </a:r>
          </a:p>
          <a:p>
            <a:r>
              <a:rPr dirty="0"/>
              <a:t>    return count;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Reverse Circular Linked List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reverse() {</a:t>
            </a:r>
          </a:p>
          <a:p>
            <a:r>
              <a:rPr dirty="0"/>
              <a:t>    if (head == NULL || head-&gt;next == head) return;</a:t>
            </a:r>
          </a:p>
          <a:p>
            <a:r>
              <a:rPr dirty="0"/>
              <a:t>    Node *</a:t>
            </a:r>
            <a:r>
              <a:rPr dirty="0" err="1"/>
              <a:t>prev</a:t>
            </a:r>
            <a:r>
              <a:rPr dirty="0"/>
              <a:t> = NULL, *</a:t>
            </a:r>
            <a:r>
              <a:rPr dirty="0" err="1"/>
              <a:t>curr</a:t>
            </a:r>
            <a:r>
              <a:rPr dirty="0"/>
              <a:t> = head, *next = NULL;</a:t>
            </a:r>
          </a:p>
          <a:p>
            <a:r>
              <a:rPr dirty="0"/>
              <a:t>    Node* last = head;</a:t>
            </a:r>
          </a:p>
          <a:p>
            <a:r>
              <a:rPr dirty="0"/>
              <a:t>    while (last-&gt;next != head)</a:t>
            </a:r>
          </a:p>
          <a:p>
            <a:r>
              <a:rPr dirty="0"/>
              <a:t>        last = last-&gt;next;</a:t>
            </a:r>
          </a:p>
          <a:p>
            <a:r>
              <a:rPr dirty="0"/>
              <a:t>    do {</a:t>
            </a:r>
          </a:p>
          <a:p>
            <a:r>
              <a:rPr dirty="0"/>
              <a:t>        next = </a:t>
            </a:r>
            <a:r>
              <a:rPr dirty="0" err="1"/>
              <a:t>curr</a:t>
            </a:r>
            <a:r>
              <a:rPr dirty="0"/>
              <a:t>-&gt;next;</a:t>
            </a:r>
          </a:p>
          <a:p>
            <a:r>
              <a:rPr dirty="0"/>
              <a:t>        </a:t>
            </a:r>
            <a:r>
              <a:rPr dirty="0" err="1"/>
              <a:t>curr</a:t>
            </a:r>
            <a:r>
              <a:rPr dirty="0"/>
              <a:t>-&gt;next = </a:t>
            </a:r>
            <a:r>
              <a:rPr dirty="0" err="1"/>
              <a:t>prev</a:t>
            </a:r>
            <a:r>
              <a:rPr dirty="0"/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0A5C1-DBC3-FD1F-53E4-8DB2E1E57E2A}"/>
              </a:ext>
            </a:extLst>
          </p:cNvPr>
          <p:cNvSpPr txBox="1"/>
          <p:nvPr/>
        </p:nvSpPr>
        <p:spPr>
          <a:xfrm>
            <a:off x="6968765" y="1737360"/>
            <a:ext cx="609442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prev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curr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curr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} while (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curr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!= head);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head-&gt;next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prev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head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prev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last-&gt;next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Sorting CLL (Bubble Sort)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sortList</a:t>
            </a:r>
            <a:r>
              <a:rPr dirty="0"/>
              <a:t>() {</a:t>
            </a:r>
          </a:p>
          <a:p>
            <a:r>
              <a:rPr dirty="0"/>
              <a:t>    if (head == NULL) return;</a:t>
            </a:r>
          </a:p>
          <a:p>
            <a:r>
              <a:rPr dirty="0"/>
              <a:t>    Node* i = head;</a:t>
            </a:r>
          </a:p>
          <a:p>
            <a:r>
              <a:rPr dirty="0"/>
              <a:t>    do {</a:t>
            </a:r>
          </a:p>
          <a:p>
            <a:r>
              <a:rPr dirty="0"/>
              <a:t>        Node* j = i-&gt;next;</a:t>
            </a:r>
          </a:p>
          <a:p>
            <a:r>
              <a:rPr dirty="0"/>
              <a:t>        while (j != head) {</a:t>
            </a:r>
          </a:p>
          <a:p>
            <a:r>
              <a:rPr dirty="0"/>
              <a:t>            if (i-&gt;data &gt; j-&gt;data) {</a:t>
            </a:r>
          </a:p>
          <a:p>
            <a:r>
              <a:rPr dirty="0"/>
              <a:t>                int temp = i-&gt;data;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D02FE-0239-8329-AEAD-D40DCF45F316}"/>
              </a:ext>
            </a:extLst>
          </p:cNvPr>
          <p:cNvSpPr txBox="1"/>
          <p:nvPr/>
        </p:nvSpPr>
        <p:spPr>
          <a:xfrm>
            <a:off x="6553986" y="1845734"/>
            <a:ext cx="6094428" cy="356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dirty="0"/>
              <a:t> 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i-&gt;data = j-&gt;data;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j-&gt;data = temp;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}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j = j-&gt;next;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}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i = i-&gt;next;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} while (i-&gt;next != head);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Time Complexity Summary (CLL)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Insertion (Beginning): O(n)</a:t>
            </a:r>
          </a:p>
          <a:p>
            <a:r>
              <a:rPr dirty="0"/>
              <a:t>Insertion (End): O(n)</a:t>
            </a:r>
          </a:p>
          <a:p>
            <a:r>
              <a:rPr dirty="0"/>
              <a:t>Deletion (Beginning): O(n)</a:t>
            </a:r>
          </a:p>
          <a:p>
            <a:r>
              <a:t>Deletion (End): O(n)</a:t>
            </a:r>
          </a:p>
          <a:p>
            <a:r>
              <a:rPr dirty="0"/>
              <a:t>Search: O(n)</a:t>
            </a:r>
          </a:p>
          <a:p>
            <a:r>
              <a:rPr dirty="0"/>
              <a:t>Reverse: O(n)</a:t>
            </a:r>
          </a:p>
          <a:p>
            <a:r>
              <a:rPr dirty="0"/>
              <a:t>Sort: O(n^2)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</TotalTime>
  <Words>1287</Words>
  <Application>Microsoft Office PowerPoint</Application>
  <PresentationFormat>Widescreen</PresentationFormat>
  <Paragraphs>206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Calibri</vt:lpstr>
      <vt:lpstr>Calibri Light</vt:lpstr>
      <vt:lpstr>Raleway</vt:lpstr>
      <vt:lpstr>Retrospect</vt:lpstr>
      <vt:lpstr>MODULE-2 LINKED LIST</vt:lpstr>
      <vt:lpstr>Session Outcomes</vt:lpstr>
      <vt:lpstr>Introduction to Circular Linked List</vt:lpstr>
      <vt:lpstr>Node Structure in C++ (CLL)</vt:lpstr>
      <vt:lpstr>Insertion at Beginning - Algorithm (CLL)</vt:lpstr>
      <vt:lpstr>Insertion at Beginning - Code (CLL)</vt:lpstr>
      <vt:lpstr>Insertion at End - Code (CLL)</vt:lpstr>
      <vt:lpstr>Insertion at Position - Code (CLL)</vt:lpstr>
      <vt:lpstr>Deletion at Beginning - Code (CLL)</vt:lpstr>
      <vt:lpstr>Deletion at End - Code (CLL)</vt:lpstr>
      <vt:lpstr>Deletion at Position - Code (CLL)</vt:lpstr>
      <vt:lpstr>Search Operation - Code (CLL)</vt:lpstr>
      <vt:lpstr>Display Operation - Code (CLL)</vt:lpstr>
      <vt:lpstr>Count Nodes - Code (CLL)</vt:lpstr>
      <vt:lpstr>Reverse Circular Linked List - Code</vt:lpstr>
      <vt:lpstr>Sorting CLL (Bubble Sort) - Code</vt:lpstr>
      <vt:lpstr>Time Complexity Summary (CLL)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2026-02-27T06:51:55Z</dcterms:modified>
  <cp:category/>
</cp:coreProperties>
</file>