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481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1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56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1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06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77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6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8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91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5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57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91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br>
              <a:rPr lang="en-IN" dirty="0"/>
            </a:br>
            <a:r>
              <a:rPr kumimoji="0" lang="en-US" sz="4000" b="1" i="0" u="none" strike="noStrike" kern="1200" cap="none" spc="-50" normalizeH="0" baseline="0" noProof="0" dirty="0">
                <a:ln>
                  <a:noFill/>
                </a:ln>
                <a:solidFill>
                  <a:srgbClr val="BD582C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MODULE-1 INTRODUCTION TO C++</a:t>
            </a:r>
            <a:endParaRPr sz="4400" dirty="0">
              <a:latin typeface="Aptos" panose="020B00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Functions, Inline Functions &amp; Function Overloading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1585BB-5516-CF15-3708-F2482FF617DE}"/>
              </a:ext>
            </a:extLst>
          </p:cNvPr>
          <p:cNvGrpSpPr/>
          <p:nvPr/>
        </p:nvGrpSpPr>
        <p:grpSpPr>
          <a:xfrm>
            <a:off x="1001810" y="582037"/>
            <a:ext cx="10362571" cy="1806297"/>
            <a:chOff x="0" y="0"/>
            <a:chExt cx="6381539" cy="967536"/>
          </a:xfrm>
        </p:grpSpPr>
        <p:pic>
          <p:nvPicPr>
            <p:cNvPr id="6" name="Picture 5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F3AE1B75-37FB-9770-F513-25A60E95B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1401946-8CFF-AF7A-E8D4-BCC27765B28D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8" name="Picture 7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21ADE2DA-1194-D226-FDA2-BE644C5F5C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5F5F019-881A-337F-E554-5ED00CD4917F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4E9A90B-F219-964D-0EBD-BAB5F24AB735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9C94C25-5EAA-1CA7-5213-4A4E36D75C24}"/>
              </a:ext>
            </a:extLst>
          </p:cNvPr>
          <p:cNvSpPr txBox="1"/>
          <p:nvPr/>
        </p:nvSpPr>
        <p:spPr>
          <a:xfrm>
            <a:off x="8964890" y="5044901"/>
            <a:ext cx="2758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Define functions in 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Explain inline functions and their advantages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Implement function overloading in 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Differentiate normal, inline and overloaded 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Apply functions in problem solving programs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What is a Function in C++?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Definition:</a:t>
            </a:r>
          </a:p>
          <a:p>
            <a:r>
              <a:rPr dirty="0"/>
              <a:t>A function is a block of code that performs a specific task and can be reused.</a:t>
            </a:r>
          </a:p>
          <a:p>
            <a:endParaRPr dirty="0"/>
          </a:p>
          <a:p>
            <a:r>
              <a:rPr dirty="0"/>
              <a:t>Benefits:</a:t>
            </a:r>
          </a:p>
          <a:p>
            <a:r>
              <a:rPr dirty="0"/>
              <a:t>• Code Reusability</a:t>
            </a:r>
          </a:p>
          <a:p>
            <a:r>
              <a:rPr dirty="0"/>
              <a:t>• Modularity</a:t>
            </a:r>
          </a:p>
          <a:p>
            <a:r>
              <a:rPr dirty="0"/>
              <a:t>• Easy 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Function – 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Function = Machine</a:t>
            </a:r>
          </a:p>
          <a:p>
            <a:r>
              <a:t>• Input → Processing → Output</a:t>
            </a:r>
          </a:p>
          <a:p>
            <a:endParaRPr/>
          </a:p>
          <a:p>
            <a:r>
              <a:t>Example: Calculator add() function performs addition task.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Function –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return_type function_name(parameters){</a:t>
            </a:r>
          </a:p>
          <a:p>
            <a:r>
              <a:rPr dirty="0"/>
              <a:t>   // function body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int add(int a, int b);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Types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No arguments &amp; No return value</a:t>
            </a:r>
          </a:p>
          <a:p>
            <a:r>
              <a:t>2. Arguments &amp; No return value</a:t>
            </a:r>
          </a:p>
          <a:p>
            <a:r>
              <a:t>3. Arguments &amp; Return value</a:t>
            </a:r>
          </a:p>
          <a:p>
            <a:r>
              <a:t>4. No arguments &amp; Return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Function – 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#include &lt;iostream&gt;</a:t>
            </a:r>
          </a:p>
          <a:p>
            <a:r>
              <a:t>using namespace std;</a:t>
            </a:r>
          </a:p>
          <a:p>
            <a:endParaRPr/>
          </a:p>
          <a:p>
            <a:r>
              <a:t>int add(int a, int b){</a:t>
            </a:r>
          </a:p>
          <a:p>
            <a:r>
              <a:t>    return a + b;</a:t>
            </a:r>
          </a:p>
          <a:p>
            <a:r>
              <a:t>}</a:t>
            </a:r>
          </a:p>
          <a:p>
            <a:endParaRPr/>
          </a:p>
          <a:p>
            <a:r>
              <a:t>int main(){</a:t>
            </a:r>
          </a:p>
          <a:p>
            <a:r>
              <a:t>    cout &lt;&lt; add(5,3);</a:t>
            </a:r>
          </a:p>
          <a:p>
            <a:r>
              <a:t> 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Function Program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add() is a user-defined function</a:t>
            </a:r>
          </a:p>
          <a:p>
            <a:r>
              <a:t>• Takes parameters a and b</a:t>
            </a:r>
          </a:p>
          <a:p>
            <a:r>
              <a:t>• Returns sum using return statement</a:t>
            </a:r>
          </a:p>
          <a:p>
            <a:r>
              <a:t>• Function is called inside main()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What is an Inline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Definition:</a:t>
            </a:r>
          </a:p>
          <a:p>
            <a:r>
              <a:rPr dirty="0"/>
              <a:t>An inline function is a function where function call is replaced with function code.</a:t>
            </a:r>
          </a:p>
          <a:p>
            <a:endParaRPr dirty="0"/>
          </a:p>
          <a:p>
            <a:r>
              <a:rPr dirty="0"/>
              <a:t>Used to increase execution speed for small functions.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Inline Function –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inline return_type function_name(parameters){</a:t>
            </a:r>
          </a:p>
          <a:p>
            <a:r>
              <a:rPr dirty="0"/>
              <a:t>    // code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Example: inline int square(int x){ return x*x;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Inline Function – 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inline int square(int x){</a:t>
            </a:r>
          </a:p>
          <a:p>
            <a:r>
              <a:rPr dirty="0"/>
              <a:t>    return x * x;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int main(){</a:t>
            </a:r>
          </a:p>
          <a:p>
            <a:r>
              <a:rPr dirty="0"/>
              <a:t>    </a:t>
            </a:r>
            <a:r>
              <a:rPr dirty="0" err="1"/>
              <a:t>cout</a:t>
            </a:r>
            <a:r>
              <a:rPr dirty="0"/>
              <a:t> &lt;&lt; square(4);</a:t>
            </a:r>
          </a:p>
          <a:p>
            <a:r>
              <a:rPr dirty="0"/>
              <a:t>    return 0;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Inline Function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inline keyword suggests compiler to expand function</a:t>
            </a:r>
          </a:p>
          <a:p>
            <a:r>
              <a:rPr dirty="0"/>
              <a:t>• Eliminates function call overhead</a:t>
            </a:r>
          </a:p>
          <a:p>
            <a:r>
              <a:rPr dirty="0"/>
              <a:t>• Best suitable for small and simple functions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Function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Function overloading means same function name with different parameters.</a:t>
            </a:r>
          </a:p>
          <a:p>
            <a:endParaRPr/>
          </a:p>
          <a:p>
            <a:r>
              <a:t>It is Compile-Time Polymorphism in C++.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Function Overloading –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add(int a, int b);</a:t>
            </a:r>
          </a:p>
          <a:p>
            <a:r>
              <a:t>float add(float a, float b);</a:t>
            </a:r>
          </a:p>
          <a:p>
            <a:r>
              <a:t>double add(double a, double b);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Function Overloading – 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int add(int a, int b){ return </a:t>
            </a:r>
            <a:r>
              <a:rPr dirty="0" err="1"/>
              <a:t>a+b</a:t>
            </a:r>
            <a:r>
              <a:rPr dirty="0"/>
              <a:t>; }</a:t>
            </a:r>
          </a:p>
          <a:p>
            <a:r>
              <a:rPr dirty="0"/>
              <a:t>float add(float a, float b){ return </a:t>
            </a:r>
            <a:r>
              <a:rPr dirty="0" err="1"/>
              <a:t>a+b</a:t>
            </a:r>
            <a:r>
              <a:rPr dirty="0"/>
              <a:t>; }</a:t>
            </a:r>
          </a:p>
          <a:p>
            <a:endParaRPr dirty="0"/>
          </a:p>
          <a:p>
            <a:r>
              <a:rPr dirty="0"/>
              <a:t>int main(){</a:t>
            </a:r>
          </a:p>
          <a:p>
            <a:r>
              <a:rPr dirty="0"/>
              <a:t>    </a:t>
            </a:r>
            <a:r>
              <a:rPr dirty="0" err="1"/>
              <a:t>cout</a:t>
            </a:r>
            <a:r>
              <a:rPr dirty="0"/>
              <a:t> &lt;&lt; add(2,3) &lt;&lt; </a:t>
            </a:r>
            <a:r>
              <a:rPr dirty="0" err="1"/>
              <a:t>endl</a:t>
            </a:r>
            <a:r>
              <a:rPr dirty="0"/>
              <a:t>;</a:t>
            </a:r>
          </a:p>
          <a:p>
            <a:r>
              <a:rPr dirty="0"/>
              <a:t>    </a:t>
            </a:r>
            <a:r>
              <a:rPr dirty="0" err="1"/>
              <a:t>cout</a:t>
            </a:r>
            <a:r>
              <a:rPr dirty="0"/>
              <a:t> &lt;&lt; add(2.5f,3.5f);</a:t>
            </a:r>
          </a:p>
          <a:p>
            <a:r>
              <a:rPr dirty="0"/>
              <a:t>    return 0;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Function Overloading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Same function name add()</a:t>
            </a:r>
          </a:p>
          <a:p>
            <a:r>
              <a:t>• Different parameter types</a:t>
            </a:r>
          </a:p>
          <a:p>
            <a:r>
              <a:t>• Compiler selects correct function at compile time</a:t>
            </a:r>
          </a:p>
          <a:p>
            <a:r>
              <a:t>• Improves code readability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Functions vs Inline vs Function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Functions: Reusable block of code</a:t>
            </a:r>
          </a:p>
          <a:p>
            <a:endParaRPr dirty="0"/>
          </a:p>
          <a:p>
            <a:r>
              <a:rPr dirty="0"/>
              <a:t>Inline Functions: Faster execution (no call overhead)</a:t>
            </a:r>
          </a:p>
          <a:p>
            <a:endParaRPr dirty="0"/>
          </a:p>
          <a:p>
            <a:r>
              <a:rPr dirty="0"/>
              <a:t>Function Overloading: Same name, different parameter list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function with syntax and example</a:t>
            </a:r>
          </a:p>
          <a:p>
            <a:r>
              <a:t>2. Explain inline function with advantages</a:t>
            </a:r>
          </a:p>
          <a:p>
            <a:r>
              <a:t>3. What is function overloading with example?</a:t>
            </a:r>
          </a:p>
          <a:p>
            <a:r>
              <a:t>4. Differentiate inline function and normal function</a:t>
            </a:r>
          </a:p>
          <a:p>
            <a:r>
              <a:t>5. Write a C++ program for function overloading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1. Function overloading is:</a:t>
            </a:r>
          </a:p>
          <a:p>
            <a:r>
              <a:t>a) Runtime polymorphism</a:t>
            </a:r>
          </a:p>
          <a:p>
            <a:r>
              <a:t>b) Compile-time polymorphism</a:t>
            </a:r>
          </a:p>
          <a:p>
            <a:r>
              <a:t>c) Encapsulation</a:t>
            </a:r>
          </a:p>
          <a:p>
            <a:r>
              <a:t>d) Inheritance</a:t>
            </a:r>
          </a:p>
          <a:p>
            <a:endParaRPr/>
          </a:p>
          <a:p>
            <a:r>
              <a:t>2. Keyword used for inline function is:</a:t>
            </a:r>
          </a:p>
          <a:p>
            <a:r>
              <a:t>a) inline  b) static  c) virtual  d) const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681</Words>
  <Application>Microsoft Office PowerPoint</Application>
  <PresentationFormat>Widescreen</PresentationFormat>
  <Paragraphs>130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Calibri</vt:lpstr>
      <vt:lpstr>Calibri Light</vt:lpstr>
      <vt:lpstr>Raleway</vt:lpstr>
      <vt:lpstr>Wingdings</vt:lpstr>
      <vt:lpstr>Retrospect</vt:lpstr>
      <vt:lpstr>  MODULE-1 INTRODUCTION TO C++</vt:lpstr>
      <vt:lpstr>Session Outcomes</vt:lpstr>
      <vt:lpstr>What is a Function in C++?</vt:lpstr>
      <vt:lpstr>Function – Real World Analogy</vt:lpstr>
      <vt:lpstr>Function – Syntax</vt:lpstr>
      <vt:lpstr>Types of Functions</vt:lpstr>
      <vt:lpstr>Function – Example Program</vt:lpstr>
      <vt:lpstr>Function Program Explanation</vt:lpstr>
      <vt:lpstr>What is an Inline Function?</vt:lpstr>
      <vt:lpstr>Inline Function – Syntax</vt:lpstr>
      <vt:lpstr>Inline Function – Example Program</vt:lpstr>
      <vt:lpstr>Inline Function Explanation</vt:lpstr>
      <vt:lpstr>Function Overloading</vt:lpstr>
      <vt:lpstr>Function Overloading – Syntax</vt:lpstr>
      <vt:lpstr>Function Overloading – Example Program</vt:lpstr>
      <vt:lpstr>Function Overloading Explanation</vt:lpstr>
      <vt:lpstr>Functions vs Inline vs Function Overloading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2026-02-16T05:20:00Z</dcterms:modified>
  <cp:category/>
</cp:coreProperties>
</file>