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4" r:id="rId14"/>
    <p:sldId id="269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029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5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69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78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60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1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6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7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71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0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96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chemeClr val="accent2">
                    <a:lumMod val="75000"/>
                  </a:schemeClr>
                </a:solidFill>
              </a:rPr>
              <a:t>MODULE-1 INTRODUCTION TO C</a:t>
            </a:r>
            <a:r>
              <a:rPr sz="2400" b="1" cap="all" spc="200" dirty="0">
                <a:solidFill>
                  <a:schemeClr val="bg2">
                    <a:lumMod val="25000"/>
                  </a:schemeClr>
                </a:solidFill>
                <a:ea typeface="+mn-ea"/>
                <a:cs typeface="+mn-cs"/>
              </a:rPr>
              <a:t>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Topic: LIST in C++ (STL Container</a:t>
            </a:r>
            <a:r>
              <a:rPr dirty="0"/>
              <a:t>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9A2D84-7C8C-1EB6-AE94-17BB18698847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5" name="Picture 4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A12EA4EC-96CB-5495-70E9-2E0E57B13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769225F-12C0-4E4B-C921-AEF1E417A6F7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7" name="Picture 6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79AB05DD-5159-E2CD-6ECE-83A728CB80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9A4A02F-D1F3-E087-D5A5-3252FE34DEAE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23888B-8AE7-BB97-9B94-45ABAB454E81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3C598D-1FE8-C2C2-224C-39C6311F7C5B}"/>
              </a:ext>
            </a:extLst>
          </p:cNvPr>
          <p:cNvSpPr txBox="1"/>
          <p:nvPr/>
        </p:nvSpPr>
        <p:spPr>
          <a:xfrm>
            <a:off x="8986101" y="5128832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Define a list and explain its role as a sequence container in STL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Perform various operations on list using member 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Apply traversal and insertion/deletion operations on list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Differentiate list from vector, array, and deque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a List in C++?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Definition: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A list is a sequence container provided by the C++ Standard Template Library (STL)</a:t>
            </a:r>
          </a:p>
          <a:p>
            <a:r>
              <a:rPr dirty="0"/>
              <a:t>that stores elements in non-contiguous memory using a doubly linked list.</a:t>
            </a:r>
          </a:p>
          <a:p>
            <a:endParaRPr dirty="0"/>
          </a:p>
          <a:p>
            <a:r>
              <a:rPr b="1" dirty="0"/>
              <a:t>In simple terms: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List works like a linked list with dynamic size.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63527"/>
            <a:ext cx="10058400" cy="1450757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Dynamic size (automatically resizes)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Doubly linked list implementation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Non-contiguous memory allocation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Fast insertion and deletion anywhere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No direct random access using 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Syntax and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Syntax:</a:t>
            </a:r>
          </a:p>
          <a:p>
            <a:r>
              <a:rPr dirty="0"/>
              <a:t>list&lt;datatype&gt; </a:t>
            </a:r>
            <a:r>
              <a:rPr dirty="0" err="1"/>
              <a:t>list_name</a:t>
            </a:r>
            <a:r>
              <a:rPr dirty="0"/>
              <a:t>;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list&lt;int&gt; l;</a:t>
            </a:r>
          </a:p>
          <a:p>
            <a:endParaRPr dirty="0"/>
          </a:p>
          <a:p>
            <a:r>
              <a:rPr dirty="0"/>
              <a:t>Initialization:</a:t>
            </a:r>
          </a:p>
          <a:p>
            <a:r>
              <a:rPr dirty="0"/>
              <a:t>list&lt;int&gt; l = {10, 20, 30};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#include &lt;list&gt;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int main() {</a:t>
            </a:r>
          </a:p>
          <a:p>
            <a:r>
              <a:rPr dirty="0"/>
              <a:t>    list&lt;int&gt; l = {10, 20, 30};</a:t>
            </a:r>
          </a:p>
          <a:p>
            <a:r>
              <a:rPr dirty="0"/>
              <a:t>    </a:t>
            </a:r>
            <a:r>
              <a:rPr dirty="0" err="1"/>
              <a:t>cout</a:t>
            </a:r>
            <a:r>
              <a:rPr dirty="0"/>
              <a:t> &lt;&lt; "List elements: ";</a:t>
            </a:r>
          </a:p>
          <a:p>
            <a:r>
              <a:rPr dirty="0"/>
              <a:t>    for(int x : l)</a:t>
            </a:r>
          </a:p>
          <a:p>
            <a:r>
              <a:rPr dirty="0"/>
              <a:t>        </a:t>
            </a:r>
            <a:r>
              <a:rPr dirty="0" err="1"/>
              <a:t>cout</a:t>
            </a:r>
            <a:r>
              <a:rPr dirty="0"/>
              <a:t> &lt;&lt; x &lt;&lt; " ";</a:t>
            </a:r>
          </a:p>
          <a:p>
            <a:r>
              <a:rPr dirty="0"/>
              <a:t>    return 0;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Operations Supported 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Insertion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Deletion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Accessing Elements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Traversal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Searching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Sorting </a:t>
            </a:r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Size &amp; Capacity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1. Insert at front → push_front()</a:t>
            </a:r>
          </a:p>
          <a:p>
            <a:r>
              <a:t>   Example: l.push_front(5);</a:t>
            </a:r>
          </a:p>
          <a:p>
            <a:endParaRPr/>
          </a:p>
          <a:p>
            <a:r>
              <a:t>2. Insert at end → push_back()</a:t>
            </a:r>
          </a:p>
          <a:p>
            <a:r>
              <a:t>   Example: l.push_back(40);</a:t>
            </a:r>
          </a:p>
          <a:p>
            <a:endParaRPr/>
          </a:p>
          <a:p>
            <a:r>
              <a:t>3. Insert at specific position → insert()</a:t>
            </a:r>
          </a:p>
          <a:p>
            <a:r>
              <a:t>   Example: l.insert(it, 25);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Remove first element → pop_front()</a:t>
            </a:r>
          </a:p>
          <a:p>
            <a:r>
              <a:t>2. Remove last element → pop_back()</a:t>
            </a:r>
          </a:p>
          <a:p>
            <a:r>
              <a:t>3. Remove element at position → erase()</a:t>
            </a:r>
          </a:p>
          <a:p>
            <a:r>
              <a:t>4. Clear all elements → clear()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Accessing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Access first element → front()</a:t>
            </a:r>
          </a:p>
          <a:p>
            <a:r>
              <a:t>2. Access last element → back()</a:t>
            </a:r>
          </a:p>
          <a:p>
            <a:endParaRPr/>
          </a:p>
          <a:p>
            <a:r>
              <a:t>Note: List does NOT support index access like l[0]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Traversal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Using Iterator:</a:t>
            </a:r>
          </a:p>
          <a:p>
            <a:r>
              <a:t>for(auto it = l.begin(); it != l.end(); it++)</a:t>
            </a:r>
          </a:p>
          <a:p>
            <a:r>
              <a:t>    cout &lt;&lt; *it;</a:t>
            </a:r>
          </a:p>
          <a:p>
            <a:endParaRPr/>
          </a:p>
          <a:p>
            <a:r>
              <a:t>2. Using Range-based Loop:</a:t>
            </a:r>
          </a:p>
          <a:p>
            <a:r>
              <a:t>for(auto x : l)</a:t>
            </a:r>
          </a:p>
          <a:p>
            <a:r>
              <a:t>    cout &lt;&lt; x;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Searching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Linear Search using find():</a:t>
            </a:r>
          </a:p>
          <a:p>
            <a:r>
              <a:t>   find(l.begin(), l.end(), 10);</a:t>
            </a:r>
          </a:p>
          <a:p>
            <a:endParaRPr/>
          </a:p>
          <a:p>
            <a:r>
              <a:t>Note: Binary search is not suitable for list</a:t>
            </a:r>
          </a:p>
          <a:p>
            <a:r>
              <a:t>due to non-contiguous memory.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6797F-5722-FFF3-1CBC-6CD79769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1B7CD-B0F5-8C7B-32BF-65587D2E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</a:t>
            </a:r>
            <a:r>
              <a:rPr lang="en-US" sz="2800" b="1" dirty="0">
                <a:solidFill>
                  <a:srgbClr val="0070C0"/>
                </a:solidFill>
                <a:latin typeface="Aptos" panose="020B0004020202020204" pitchFamily="34" charset="0"/>
              </a:rPr>
              <a:t>orting</a:t>
            </a:r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1688-B163-9EF1-D2C7-168022D95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Sorting </a:t>
            </a:r>
            <a:r>
              <a:rPr dirty="0"/>
              <a:t>using </a:t>
            </a:r>
            <a:r>
              <a:rPr lang="en-US" dirty="0"/>
              <a:t>sort</a:t>
            </a:r>
            <a:r>
              <a:rPr dirty="0"/>
              <a:t>():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</a:t>
            </a:r>
            <a:r>
              <a:rPr lang="en-US" dirty="0"/>
              <a:t>Example: </a:t>
            </a:r>
            <a:r>
              <a:rPr lang="en-IN" dirty="0"/>
              <a:t>list&lt;int&gt; l = {40, 10, 30, 20};</a:t>
            </a:r>
          </a:p>
          <a:p>
            <a:r>
              <a:rPr lang="en-IN" dirty="0"/>
              <a:t>   </a:t>
            </a:r>
            <a:r>
              <a:rPr lang="en-IN" dirty="0" err="1"/>
              <a:t>l.sort</a:t>
            </a:r>
            <a:r>
              <a:rPr lang="en-IN" dirty="0"/>
              <a:t>() //Built-in STL function for sorting list</a:t>
            </a:r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For sorting it uses merge sort technique.</a:t>
            </a:r>
          </a:p>
          <a:p>
            <a:r>
              <a:rPr lang="en-IN" dirty="0"/>
              <a:t>Note: </a:t>
            </a:r>
          </a:p>
          <a:p>
            <a:r>
              <a:rPr lang="en-IN" dirty="0"/>
              <a:t>sort(</a:t>
            </a:r>
            <a:r>
              <a:rPr lang="en-IN" dirty="0" err="1"/>
              <a:t>l.begin</a:t>
            </a:r>
            <a:r>
              <a:rPr lang="en-IN" dirty="0"/>
              <a:t>(), </a:t>
            </a:r>
            <a:r>
              <a:rPr lang="en-IN" dirty="0" err="1"/>
              <a:t>l.end</a:t>
            </a:r>
            <a:r>
              <a:rPr lang="en-IN" dirty="0"/>
              <a:t>()); // ERROR for list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std::sort() requires </a:t>
            </a:r>
            <a:r>
              <a:rPr lang="en-IN" b="1" dirty="0"/>
              <a:t>random access iterators,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list provides only </a:t>
            </a:r>
            <a:r>
              <a:rPr lang="en-IN" b="1" dirty="0"/>
              <a:t>bidirectional iterators,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Hence, sort() algorithm from &lt;algorithm&gt; cannot be used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2259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Size &amp; Capacity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size() → Number of elements</a:t>
            </a:r>
          </a:p>
          <a:p>
            <a:r>
              <a:t>2. empty() → Check if list is empty</a:t>
            </a:r>
          </a:p>
          <a:p>
            <a:r>
              <a:t>3. max_size() → Maximum possible size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List vs Vector (Important)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Vector:</a:t>
            </a:r>
          </a:p>
          <a:p>
            <a:r>
              <a:t>• Contiguous memory</a:t>
            </a:r>
          </a:p>
          <a:p>
            <a:r>
              <a:t>• Fast random access</a:t>
            </a:r>
          </a:p>
          <a:p>
            <a:endParaRPr/>
          </a:p>
          <a:p>
            <a:r>
              <a:t>List:</a:t>
            </a:r>
          </a:p>
          <a:p>
            <a:r>
              <a:t>• Non-contiguous memory</a:t>
            </a:r>
          </a:p>
          <a:p>
            <a:r>
              <a:t>• Faster insertion/deletion</a:t>
            </a:r>
          </a:p>
          <a:p>
            <a:r>
              <a:t>• No random access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list in C++ with syntax and example</a:t>
            </a:r>
          </a:p>
          <a:p>
            <a:r>
              <a:t>2. Explain list operations in STL</a:t>
            </a:r>
          </a:p>
          <a:p>
            <a:r>
              <a:t>3. Differentiate list and vector</a:t>
            </a:r>
          </a:p>
          <a:p>
            <a:r>
              <a:t>4. Write a program to demonstrate list operations</a:t>
            </a:r>
          </a:p>
          <a:p>
            <a:r>
              <a:t>5. Explain traversal of list using iterators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C++ list is implemented as:</a:t>
            </a:r>
          </a:p>
          <a:p>
            <a:r>
              <a:t>a) Array  b) Doubly Linked List  c) Stack  d) Queue</a:t>
            </a:r>
          </a:p>
          <a:p>
            <a:endParaRPr/>
          </a:p>
          <a:p>
            <a:r>
              <a:t>2. Function used to insert at front:</a:t>
            </a:r>
          </a:p>
          <a:p>
            <a:r>
              <a:t>a) push_back()  b) push_front()  c) insert()  d) add()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52</TotalTime>
  <Words>755</Words>
  <Application>Microsoft Office PowerPoint</Application>
  <PresentationFormat>Widescreen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Calibri</vt:lpstr>
      <vt:lpstr>Calibri Light</vt:lpstr>
      <vt:lpstr>Raleway</vt:lpstr>
      <vt:lpstr>Wingdings</vt:lpstr>
      <vt:lpstr>Retrospect</vt:lpstr>
      <vt:lpstr>MODULE-1 INTRODUCTION TO C++</vt:lpstr>
      <vt:lpstr>Session Outcomes</vt:lpstr>
      <vt:lpstr>What is a List in C++?</vt:lpstr>
      <vt:lpstr>Key Characteristics</vt:lpstr>
      <vt:lpstr>Syntax and Example</vt:lpstr>
      <vt:lpstr>Example Program</vt:lpstr>
      <vt:lpstr>Operations Supported on List</vt:lpstr>
      <vt:lpstr>Insertion Operations</vt:lpstr>
      <vt:lpstr>Deletion Operations</vt:lpstr>
      <vt:lpstr>Accessing Elements</vt:lpstr>
      <vt:lpstr>Traversal Operations</vt:lpstr>
      <vt:lpstr>Searching Operations</vt:lpstr>
      <vt:lpstr>Sorting Operations</vt:lpstr>
      <vt:lpstr>Size &amp; Capacity Operations</vt:lpstr>
      <vt:lpstr>List vs Vector (Important)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2026-02-17T10:39:07Z</dcterms:modified>
  <cp:category/>
</cp:coreProperties>
</file>