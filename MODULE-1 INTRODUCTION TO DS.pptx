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2407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804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843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94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895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730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086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777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98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472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08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037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 dirty="0">
                <a:solidFill>
                  <a:srgbClr val="BD582C">
                    <a:lumMod val="75000"/>
                  </a:srgbClr>
                </a:solidFill>
                <a:latin typeface="Calibri Light" panose="020F0302020204030204"/>
              </a:rPr>
              <a:t>MODULE-1 INTRODUCTION TO DATA STRUCTURES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bg2">
                    <a:lumMod val="25000"/>
                  </a:schemeClr>
                </a:solidFill>
              </a:rPr>
              <a:t>Concept | Types | Operations | Applications | MCQs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891190-41CE-6D3B-2B30-C881DCF5FF62}"/>
              </a:ext>
            </a:extLst>
          </p:cNvPr>
          <p:cNvSpPr txBox="1"/>
          <p:nvPr/>
        </p:nvSpPr>
        <p:spPr>
          <a:xfrm>
            <a:off x="8986101" y="5128832"/>
            <a:ext cx="30470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Presented By,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Mr. Ganesh Deshmukh,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Assistant Professor, CSE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3F2C939-BBDA-D4F7-287A-9C89E8443D98}"/>
              </a:ext>
            </a:extLst>
          </p:cNvPr>
          <p:cNvGrpSpPr/>
          <p:nvPr/>
        </p:nvGrpSpPr>
        <p:grpSpPr>
          <a:xfrm>
            <a:off x="1036320" y="889769"/>
            <a:ext cx="10362571" cy="1806297"/>
            <a:chOff x="0" y="0"/>
            <a:chExt cx="6381539" cy="967536"/>
          </a:xfrm>
        </p:grpSpPr>
        <p:pic>
          <p:nvPicPr>
            <p:cNvPr id="6" name="Picture 5" descr="A logo with text on it&#10;&#10;AI-generated content may be incorrect.">
              <a:extLst>
                <a:ext uri="{FF2B5EF4-FFF2-40B4-BE49-F238E27FC236}">
                  <a16:creationId xmlns:a16="http://schemas.microsoft.com/office/drawing/2014/main" id="{C82D196D-7A37-63EC-7EE8-C0C7995014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0943"/>
              <a:ext cx="1130935" cy="8636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985FC53-685B-813C-1968-025419014686}"/>
                </a:ext>
              </a:extLst>
            </p:cNvPr>
            <p:cNvGrpSpPr/>
            <p:nvPr/>
          </p:nvGrpSpPr>
          <p:grpSpPr>
            <a:xfrm>
              <a:off x="1282889" y="0"/>
              <a:ext cx="5098650" cy="967536"/>
              <a:chOff x="1316693" y="0"/>
              <a:chExt cx="5098791" cy="967562"/>
            </a:xfrm>
          </p:grpSpPr>
          <p:pic>
            <p:nvPicPr>
              <p:cNvPr id="8" name="Picture 7" descr="A logo with a ribbon and a logo&#10;&#10;AI-generated content may be incorrect.">
                <a:extLst>
                  <a:ext uri="{FF2B5EF4-FFF2-40B4-BE49-F238E27FC236}">
                    <a16:creationId xmlns:a16="http://schemas.microsoft.com/office/drawing/2014/main" id="{4E4850DF-01AA-28E1-C18E-6438BA0E73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51495" y="197986"/>
                <a:ext cx="1263989" cy="495069"/>
              </a:xfrm>
              <a:prstGeom prst="rect">
                <a:avLst/>
              </a:prstGeom>
            </p:spPr>
          </p:pic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3107CE1F-0431-4988-8A43-CDC3F593D61E}"/>
                  </a:ext>
                </a:extLst>
              </p:cNvPr>
              <p:cNvCxnSpPr/>
              <p:nvPr/>
            </p:nvCxnSpPr>
            <p:spPr>
              <a:xfrm>
                <a:off x="1316693" y="60198"/>
                <a:ext cx="0" cy="828022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38FBA36-0FDC-7F69-67E3-C6DB2C1CF668}"/>
                  </a:ext>
                </a:extLst>
              </p:cNvPr>
              <p:cNvSpPr/>
              <p:nvPr/>
            </p:nvSpPr>
            <p:spPr>
              <a:xfrm>
                <a:off x="1316693" y="0"/>
                <a:ext cx="3984582" cy="967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Autonomous Institute, Affiliated to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JNTUH,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Approved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AICTE,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Accredited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NAAC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with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++ Grade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Kacharam, Shamshabad, Hyderabad- 501 218,</a:t>
                </a:r>
                <a:r>
                  <a:rPr lang="en-IN" sz="1600" kern="100" dirty="0"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Telangana, India.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dirty="0"/>
              <a:t>Define data structures and their importance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Classify types of data structures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Explain basic operations on data structures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Compare linear and non-linear data structures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What is a Data Structure?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Data Structure is a way of organizing and storing data</a:t>
            </a:r>
          </a:p>
          <a:p>
            <a:r>
              <a:t>so that it can be accessed, processed and modified efficiently.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Real World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Stack → Stack of Plates</a:t>
            </a:r>
          </a:p>
          <a:p>
            <a:r>
              <a:t>• Queue → Waiting Line</a:t>
            </a:r>
          </a:p>
          <a:p>
            <a:r>
              <a:t>• Linked List → Chain of Nodes</a:t>
            </a:r>
          </a:p>
          <a:p>
            <a:r>
              <a:t>• Array → Train Compartments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Types of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Linear Data Structures</a:t>
            </a:r>
          </a:p>
          <a:p>
            <a:r>
              <a:t>   • Array, Linked List, Stack, Queue</a:t>
            </a:r>
          </a:p>
          <a:p>
            <a:endParaRPr/>
          </a:p>
          <a:p>
            <a:r>
              <a:t>2. Non-Linear Data Structures</a:t>
            </a:r>
          </a:p>
          <a:p>
            <a:r>
              <a:t>   • Tree, Graph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Linear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Elements are arranged sequentially.</a:t>
            </a:r>
          </a:p>
          <a:p>
            <a:r>
              <a:t>Examples:</a:t>
            </a:r>
          </a:p>
          <a:p>
            <a:r>
              <a:t>• Array</a:t>
            </a:r>
          </a:p>
          <a:p>
            <a:r>
              <a:t>• Linked List</a:t>
            </a:r>
          </a:p>
          <a:p>
            <a:r>
              <a:t>• Stack</a:t>
            </a:r>
          </a:p>
          <a:p>
            <a:r>
              <a:t>• Queue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Non-Linear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Elements are arranged hierarchically.</a:t>
            </a:r>
          </a:p>
          <a:p>
            <a:r>
              <a:t>Examples:</a:t>
            </a:r>
          </a:p>
          <a:p>
            <a:r>
              <a:t>• Tree</a:t>
            </a:r>
          </a:p>
          <a:p>
            <a:r>
              <a:t>• Graph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Basic Operations on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Insertion</a:t>
            </a:r>
          </a:p>
          <a:p>
            <a:r>
              <a:t>• Deletion</a:t>
            </a:r>
          </a:p>
          <a:p>
            <a:r>
              <a:t>• Traversal</a:t>
            </a:r>
          </a:p>
          <a:p>
            <a:r>
              <a:t>• Searching</a:t>
            </a:r>
          </a:p>
          <a:p>
            <a:r>
              <a:t>• Sorting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Data Structures vs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Type:</a:t>
            </a:r>
          </a:p>
          <a:p>
            <a:r>
              <a:t>• int, float, char</a:t>
            </a:r>
          </a:p>
          <a:p>
            <a:endParaRPr/>
          </a:p>
          <a:p>
            <a:r>
              <a:t>Data Structure:</a:t>
            </a:r>
          </a:p>
          <a:p>
            <a:r>
              <a:t>• Array, List, Stack, Queue</a:t>
            </a:r>
          </a:p>
          <a:p>
            <a:endParaRPr/>
          </a:p>
          <a:p>
            <a:r>
              <a:t>Data structures store multiple data items efficiently.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Applications of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Database Management Systems</a:t>
            </a:r>
          </a:p>
          <a:p>
            <a:r>
              <a:t>• Operating Systems</a:t>
            </a:r>
          </a:p>
          <a:p>
            <a:r>
              <a:t>• Artificial Intelligence</a:t>
            </a:r>
          </a:p>
          <a:p>
            <a:r>
              <a:t>• Compiler Design</a:t>
            </a:r>
          </a:p>
          <a:p>
            <a:r>
              <a:t>• Networking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Important Exam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Define data structure with example</a:t>
            </a:r>
          </a:p>
          <a:p>
            <a:r>
              <a:t>2. Types of data structures</a:t>
            </a:r>
          </a:p>
          <a:p>
            <a:r>
              <a:t>3. Linear vs Non-linear data structures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MCQs –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Stack follows:</a:t>
            </a:r>
          </a:p>
          <a:p>
            <a:r>
              <a:t>a) FIFO  b) LIFO  c) Random  d) None</a:t>
            </a:r>
          </a:p>
          <a:p>
            <a:endParaRPr/>
          </a:p>
          <a:p>
            <a:r>
              <a:t>2. Which is a linear data structure?</a:t>
            </a:r>
          </a:p>
          <a:p>
            <a:r>
              <a:t>a) Tree  b) Graph  c) Array  d)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</TotalTime>
  <Words>333</Words>
  <Application>Microsoft Office PowerPoint</Application>
  <PresentationFormat>Widescreen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Calibri</vt:lpstr>
      <vt:lpstr>Calibri Light</vt:lpstr>
      <vt:lpstr>Raleway</vt:lpstr>
      <vt:lpstr>Wingdings</vt:lpstr>
      <vt:lpstr>Retrospect</vt:lpstr>
      <vt:lpstr>MODULE-1 INTRODUCTION TO DATA STRUCTURES</vt:lpstr>
      <vt:lpstr>Session Outcomes</vt:lpstr>
      <vt:lpstr>What is a Data Structure?</vt:lpstr>
      <vt:lpstr>Real World Analogy</vt:lpstr>
      <vt:lpstr>Types of Data Structures</vt:lpstr>
      <vt:lpstr>Linear Data Structures</vt:lpstr>
      <vt:lpstr>Non-Linear Data Structures</vt:lpstr>
      <vt:lpstr>Basic Operations on Data Structures</vt:lpstr>
      <vt:lpstr>Data Structures vs Data Types</vt:lpstr>
      <vt:lpstr>Applications of Data Structures</vt:lpstr>
      <vt:lpstr>Important Exam Questions</vt:lpstr>
      <vt:lpstr>MCQs – Practice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Ganesh Deshmukh</cp:lastModifiedBy>
  <cp:revision>2</cp:revision>
  <dcterms:created xsi:type="dcterms:W3CDTF">2013-01-27T09:14:16Z</dcterms:created>
  <dcterms:modified xsi:type="dcterms:W3CDTF">2026-02-19T07:21:02Z</dcterms:modified>
  <cp:category/>
</cp:coreProperties>
</file>