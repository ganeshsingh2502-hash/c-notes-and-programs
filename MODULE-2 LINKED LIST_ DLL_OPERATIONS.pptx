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4350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818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0577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351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975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144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595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173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22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668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03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2972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0" lang="en-IN" sz="4000" b="1" i="0" u="none" strike="noStrike" kern="1200" cap="none" spc="-50" normalizeH="0" baseline="0" noProof="0" dirty="0">
                <a:ln>
                  <a:noFill/>
                </a:ln>
                <a:solidFill>
                  <a:srgbClr val="BD582C">
                    <a:lumMod val="75000"/>
                  </a:srgb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MODULE-2 LINKED LIST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</a:rPr>
              <a:t>TOPIC: </a:t>
            </a:r>
            <a:r>
              <a:rPr lang="en-IN" b="1" dirty="0">
                <a:solidFill>
                  <a:schemeClr val="bg2">
                    <a:lumMod val="25000"/>
                  </a:schemeClr>
                </a:solidFill>
              </a:rPr>
              <a:t>DOUBLE LINKED LIST OPERATIONS WITH CODE :Insert, Delete, Search, Sort, Display, Reverse, Count</a:t>
            </a:r>
            <a:endParaRPr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E5F221-CED6-9390-A6A4-ACA76AD2A88B}"/>
              </a:ext>
            </a:extLst>
          </p:cNvPr>
          <p:cNvSpPr txBox="1"/>
          <p:nvPr/>
        </p:nvSpPr>
        <p:spPr>
          <a:xfrm>
            <a:off x="8986101" y="5138259"/>
            <a:ext cx="30470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Presented By, 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Mr. Ganesh Deshmukh,</a:t>
            </a:r>
          </a:p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Aptos" panose="020B0004020202020204" pitchFamily="34" charset="0"/>
              </a:rPr>
              <a:t>Assistant Professor, CSE</a:t>
            </a:r>
            <a:endParaRPr lang="en-IN" b="1" dirty="0">
              <a:solidFill>
                <a:schemeClr val="bg2">
                  <a:lumMod val="25000"/>
                </a:schemeClr>
              </a:solidFill>
              <a:latin typeface="Aptos" panose="020B00040202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6A73FBB-29A1-8DB7-7D97-9E1BA6C7F54C}"/>
              </a:ext>
            </a:extLst>
          </p:cNvPr>
          <p:cNvGrpSpPr/>
          <p:nvPr/>
        </p:nvGrpSpPr>
        <p:grpSpPr>
          <a:xfrm>
            <a:off x="1036320" y="889769"/>
            <a:ext cx="10362571" cy="1806297"/>
            <a:chOff x="0" y="0"/>
            <a:chExt cx="6381539" cy="967536"/>
          </a:xfrm>
        </p:grpSpPr>
        <p:pic>
          <p:nvPicPr>
            <p:cNvPr id="6" name="Picture 5" descr="A logo with text on it&#10;&#10;AI-generated content may be incorrect.">
              <a:extLst>
                <a:ext uri="{FF2B5EF4-FFF2-40B4-BE49-F238E27FC236}">
                  <a16:creationId xmlns:a16="http://schemas.microsoft.com/office/drawing/2014/main" id="{587E128E-205D-60AD-5ED5-1EC7B9B305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40943"/>
              <a:ext cx="1130935" cy="8636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AD13C62-B872-47E7-5AEB-9DCF2A62522F}"/>
                </a:ext>
              </a:extLst>
            </p:cNvPr>
            <p:cNvGrpSpPr/>
            <p:nvPr/>
          </p:nvGrpSpPr>
          <p:grpSpPr>
            <a:xfrm>
              <a:off x="1282889" y="0"/>
              <a:ext cx="5098650" cy="967536"/>
              <a:chOff x="1316693" y="0"/>
              <a:chExt cx="5098791" cy="967562"/>
            </a:xfrm>
          </p:grpSpPr>
          <p:pic>
            <p:nvPicPr>
              <p:cNvPr id="8" name="Picture 7" descr="A logo with a ribbon and a logo&#10;&#10;AI-generated content may be incorrect.">
                <a:extLst>
                  <a:ext uri="{FF2B5EF4-FFF2-40B4-BE49-F238E27FC236}">
                    <a16:creationId xmlns:a16="http://schemas.microsoft.com/office/drawing/2014/main" id="{CFCD759F-56E2-8146-000D-AB52FAB0A2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151495" y="197986"/>
                <a:ext cx="1263989" cy="495069"/>
              </a:xfrm>
              <a:prstGeom prst="rect">
                <a:avLst/>
              </a:prstGeom>
            </p:spPr>
          </p:pic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E6215640-D476-8AF2-3E17-8D61AB3805AD}"/>
                  </a:ext>
                </a:extLst>
              </p:cNvPr>
              <p:cNvCxnSpPr/>
              <p:nvPr/>
            </p:nvCxnSpPr>
            <p:spPr>
              <a:xfrm>
                <a:off x="1316693" y="60198"/>
                <a:ext cx="0" cy="828022"/>
              </a:xfrm>
              <a:prstGeom prst="line">
                <a:avLst/>
              </a:prstGeom>
              <a:ln w="63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1F0548DC-FBEC-ECC9-9611-BF724B939872}"/>
                  </a:ext>
                </a:extLst>
              </p:cNvPr>
              <p:cNvSpPr/>
              <p:nvPr/>
            </p:nvSpPr>
            <p:spPr>
              <a:xfrm>
                <a:off x="1316693" y="0"/>
                <a:ext cx="3984582" cy="96756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Autonomous Institute, Affiliated to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JNTUH,</a:t>
                </a:r>
                <a:endParaRPr lang="en-IN" sz="16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Approved by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AICTE, 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Accredited by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NAAC 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with </a:t>
                </a:r>
                <a:r>
                  <a:rPr lang="en-IN" sz="1600" b="1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++ Grade</a:t>
                </a:r>
                <a:endParaRPr lang="en-IN" sz="16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  <a:buNone/>
                </a:pP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Kacharam, Shamshabad, Hyderabad- 501 218,</a:t>
                </a:r>
                <a:r>
                  <a:rPr lang="en-IN" sz="1600" kern="100" dirty="0"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IN" sz="1600" kern="100" dirty="0">
                    <a:solidFill>
                      <a:srgbClr val="000000"/>
                    </a:solidFill>
                    <a:effectLst/>
                    <a:latin typeface="Raleway" pitchFamily="2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Telangana, India.</a:t>
                </a:r>
                <a:endParaRPr lang="en-IN" sz="16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Session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Explain all operations in Double Linked List</a:t>
            </a:r>
          </a:p>
          <a:p>
            <a:r>
              <a:t>• Implement insertion and deletion with prev &amp; next pointers</a:t>
            </a:r>
          </a:p>
          <a:p>
            <a:r>
              <a:t>• Apply DLL operations in C++ programs</a:t>
            </a:r>
          </a:p>
          <a:p>
            <a:r>
              <a:t>• Analyze complexity for university exams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Introduction to Double Linked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Double Linked List (DLL) is a linked list where each node</a:t>
            </a:r>
          </a:p>
          <a:p>
            <a:r>
              <a:t>contains three parts:</a:t>
            </a:r>
          </a:p>
          <a:p>
            <a:r>
              <a:t>1. Previous Pointer (prev)</a:t>
            </a:r>
          </a:p>
          <a:p>
            <a:r>
              <a:t>2. Data</a:t>
            </a:r>
          </a:p>
          <a:p>
            <a:r>
              <a:t>3. Next Pointer (next)</a:t>
            </a:r>
          </a:p>
          <a:p>
            <a:endParaRPr/>
          </a:p>
          <a:p>
            <a:r>
              <a:t>Structure: [PREV | DATA | NEXT]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Node Structure in C++ (DLL)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 Node {</a:t>
            </a:r>
          </a:p>
          <a:p>
            <a:r>
              <a:t>    int data;</a:t>
            </a:r>
          </a:p>
          <a:p>
            <a:r>
              <a:t>    Node* prev;</a:t>
            </a:r>
          </a:p>
          <a:p>
            <a:r>
              <a:t>    Node* next;</a:t>
            </a:r>
          </a:p>
          <a:p>
            <a:r>
              <a:t>};</a:t>
            </a:r>
          </a:p>
          <a:p>
            <a:endParaRPr/>
          </a:p>
          <a:p>
            <a:r>
              <a:t>Node* head = NULL;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Insertion at Beginning - Algorithm (DLL)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Steps:</a:t>
            </a:r>
          </a:p>
          <a:p>
            <a:r>
              <a:t>1. Create new node</a:t>
            </a:r>
          </a:p>
          <a:p>
            <a:r>
              <a:t>2. newNode-&gt;next = head</a:t>
            </a:r>
          </a:p>
          <a:p>
            <a:r>
              <a:t>3. newNode-&gt;prev = NULL</a:t>
            </a:r>
          </a:p>
          <a:p>
            <a:r>
              <a:t>4. If head != NULL, head-&gt;prev = newNode</a:t>
            </a:r>
          </a:p>
          <a:p>
            <a:r>
              <a:t>5. head = newNode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Insertion at Beginning - Code (DLL)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void insertBeginning(int value) {</a:t>
            </a:r>
          </a:p>
          <a:p>
            <a:r>
              <a:t>    Node* newNode = new Node;</a:t>
            </a:r>
          </a:p>
          <a:p>
            <a:r>
              <a:t>    newNode-&gt;data = value;</a:t>
            </a:r>
          </a:p>
          <a:p>
            <a:r>
              <a:t>    newNode-&gt;prev = NULL;</a:t>
            </a:r>
          </a:p>
          <a:p>
            <a:r>
              <a:t>    newNode-&gt;next = head;</a:t>
            </a:r>
          </a:p>
          <a:p>
            <a:r>
              <a:t>    if (head != NULL)</a:t>
            </a:r>
          </a:p>
          <a:p>
            <a:r>
              <a:t>        head-&gt;prev = newNode;</a:t>
            </a:r>
          </a:p>
          <a:p>
            <a:r>
              <a:t>    head = newNode;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Insertion at End - Code (DLL)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void </a:t>
            </a:r>
            <a:r>
              <a:rPr dirty="0" err="1"/>
              <a:t>insertEnd</a:t>
            </a:r>
            <a:r>
              <a:rPr dirty="0"/>
              <a:t>(int value) {</a:t>
            </a:r>
          </a:p>
          <a:p>
            <a:r>
              <a:rPr dirty="0"/>
              <a:t>    Node* </a:t>
            </a:r>
            <a:r>
              <a:rPr dirty="0" err="1"/>
              <a:t>newNode</a:t>
            </a:r>
            <a:r>
              <a:rPr dirty="0"/>
              <a:t> = new Node;</a:t>
            </a:r>
          </a:p>
          <a:p>
            <a:r>
              <a:rPr dirty="0"/>
              <a:t>    </a:t>
            </a:r>
            <a:r>
              <a:rPr dirty="0" err="1"/>
              <a:t>newNode</a:t>
            </a:r>
            <a:r>
              <a:rPr dirty="0"/>
              <a:t>-&gt;data = value;</a:t>
            </a:r>
          </a:p>
          <a:p>
            <a:r>
              <a:rPr dirty="0"/>
              <a:t>    </a:t>
            </a:r>
            <a:r>
              <a:rPr dirty="0" err="1"/>
              <a:t>newNode</a:t>
            </a:r>
            <a:r>
              <a:rPr dirty="0"/>
              <a:t>-&gt;next = NULL;</a:t>
            </a:r>
          </a:p>
          <a:p>
            <a:r>
              <a:rPr dirty="0"/>
              <a:t>    if (head == NULL) {</a:t>
            </a:r>
          </a:p>
          <a:p>
            <a:r>
              <a:rPr dirty="0"/>
              <a:t>        </a:t>
            </a:r>
            <a:r>
              <a:rPr dirty="0" err="1"/>
              <a:t>newNode</a:t>
            </a:r>
            <a:r>
              <a:rPr dirty="0"/>
              <a:t>-&gt;</a:t>
            </a:r>
            <a:r>
              <a:rPr dirty="0" err="1"/>
              <a:t>prev</a:t>
            </a:r>
            <a:r>
              <a:rPr dirty="0"/>
              <a:t> = NULL;</a:t>
            </a:r>
          </a:p>
          <a:p>
            <a:r>
              <a:rPr dirty="0"/>
              <a:t>        head = </a:t>
            </a:r>
            <a:r>
              <a:rPr dirty="0" err="1"/>
              <a:t>newNode</a:t>
            </a:r>
            <a:r>
              <a:rPr dirty="0"/>
              <a:t>;</a:t>
            </a:r>
          </a:p>
          <a:p>
            <a:r>
              <a:rPr dirty="0"/>
              <a:t>        return;</a:t>
            </a:r>
          </a:p>
          <a:p>
            <a:r>
              <a:rPr dirty="0"/>
              <a:t>    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B87E4C-0EFA-E527-BCEA-47ED4D8E3E95}"/>
              </a:ext>
            </a:extLst>
          </p:cNvPr>
          <p:cNvSpPr txBox="1"/>
          <p:nvPr/>
        </p:nvSpPr>
        <p:spPr>
          <a:xfrm>
            <a:off x="5846976" y="1845734"/>
            <a:ext cx="6094428" cy="2652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dirty="0"/>
              <a:t> </a:t>
            </a: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Node* temp = head;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while (temp-&gt;next != NULL)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temp = temp-&gt;next;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temp-&gt;next = </a:t>
            </a:r>
            <a:r>
              <a:rPr lang="en-IN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newNode</a:t>
            </a: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IN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newNode</a:t>
            </a: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-&gt;</a:t>
            </a:r>
            <a:r>
              <a:rPr lang="en-IN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prev</a:t>
            </a: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 temp;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Insertion at Position - Code (DLL)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sz="2200" dirty="0"/>
              <a:t>void </a:t>
            </a:r>
            <a:r>
              <a:rPr sz="2200" dirty="0" err="1"/>
              <a:t>insertAtPosition</a:t>
            </a:r>
            <a:r>
              <a:rPr sz="2200" dirty="0"/>
              <a:t>(int value, int pos) {</a:t>
            </a:r>
          </a:p>
          <a:p>
            <a:r>
              <a:rPr sz="2200" dirty="0"/>
              <a:t>    if (pos == 1) {</a:t>
            </a:r>
          </a:p>
          <a:p>
            <a:r>
              <a:rPr sz="2200" dirty="0"/>
              <a:t>        </a:t>
            </a:r>
            <a:r>
              <a:rPr sz="2200" dirty="0" err="1"/>
              <a:t>insertBeginning</a:t>
            </a:r>
            <a:r>
              <a:rPr sz="2200" dirty="0"/>
              <a:t>(value);</a:t>
            </a:r>
          </a:p>
          <a:p>
            <a:r>
              <a:rPr sz="2200" dirty="0"/>
              <a:t>        return;</a:t>
            </a:r>
          </a:p>
          <a:p>
            <a:r>
              <a:rPr sz="2200" dirty="0"/>
              <a:t>    }</a:t>
            </a:r>
          </a:p>
          <a:p>
            <a:r>
              <a:rPr sz="2200" dirty="0"/>
              <a:t>    Node* </a:t>
            </a:r>
            <a:r>
              <a:rPr sz="2200" dirty="0" err="1"/>
              <a:t>newNode</a:t>
            </a:r>
            <a:r>
              <a:rPr sz="2200" dirty="0"/>
              <a:t> = new Node;</a:t>
            </a:r>
          </a:p>
          <a:p>
            <a:r>
              <a:rPr sz="2200" dirty="0"/>
              <a:t>    </a:t>
            </a:r>
            <a:r>
              <a:rPr sz="2200" dirty="0" err="1"/>
              <a:t>newNode</a:t>
            </a:r>
            <a:r>
              <a:rPr sz="2200" dirty="0"/>
              <a:t>-&gt;data = value;</a:t>
            </a:r>
          </a:p>
          <a:p>
            <a:r>
              <a:rPr sz="2200" dirty="0"/>
              <a:t>    Node* temp = head;</a:t>
            </a:r>
          </a:p>
          <a:p>
            <a:r>
              <a:rPr sz="2200" dirty="0"/>
              <a:t>    for (int i = 1; i &lt; pos-1 &amp;&amp; temp != NULL; i++)</a:t>
            </a:r>
          </a:p>
          <a:p>
            <a:r>
              <a:rPr sz="2200" dirty="0"/>
              <a:t>        temp = temp-&gt;next;</a:t>
            </a:r>
          </a:p>
          <a:p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7277D2-14D9-E243-2818-AF17A328FEF2}"/>
              </a:ext>
            </a:extLst>
          </p:cNvPr>
          <p:cNvSpPr txBox="1"/>
          <p:nvPr/>
        </p:nvSpPr>
        <p:spPr>
          <a:xfrm>
            <a:off x="6327743" y="1809668"/>
            <a:ext cx="6094428" cy="269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" indent="-91440" defTabSz="914400">
              <a:lnSpc>
                <a:spcPct val="7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dirty="0"/>
              <a:t> </a:t>
            </a: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if (temp == NULL) return;</a:t>
            </a:r>
          </a:p>
          <a:p>
            <a:pPr marL="91440" indent="-91440" defTabSz="914400">
              <a:lnSpc>
                <a:spcPct val="7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IN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newNode</a:t>
            </a: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-&gt;next = temp-&gt;next;</a:t>
            </a:r>
          </a:p>
          <a:p>
            <a:pPr marL="91440" indent="-91440" defTabSz="914400">
              <a:lnSpc>
                <a:spcPct val="7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IN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newNode</a:t>
            </a: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-&gt;</a:t>
            </a:r>
            <a:r>
              <a:rPr lang="en-IN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prev</a:t>
            </a: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 temp;</a:t>
            </a:r>
          </a:p>
          <a:p>
            <a:pPr marL="91440" indent="-91440" defTabSz="914400">
              <a:lnSpc>
                <a:spcPct val="7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if (temp-&gt;next != NULL)</a:t>
            </a:r>
          </a:p>
          <a:p>
            <a:pPr marL="91440" indent="-91440" defTabSz="914400">
              <a:lnSpc>
                <a:spcPct val="7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temp-&gt;next-&gt;</a:t>
            </a:r>
            <a:r>
              <a:rPr lang="en-IN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prev</a:t>
            </a: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 </a:t>
            </a:r>
            <a:r>
              <a:rPr lang="en-IN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newNode</a:t>
            </a: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;</a:t>
            </a:r>
          </a:p>
          <a:p>
            <a:pPr marL="91440" indent="-91440" defTabSz="914400">
              <a:lnSpc>
                <a:spcPct val="7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temp-&gt;next = </a:t>
            </a:r>
            <a:r>
              <a:rPr lang="en-IN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newNode</a:t>
            </a: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;</a:t>
            </a:r>
          </a:p>
          <a:p>
            <a:pPr marL="91440" indent="-91440" defTabSz="914400">
              <a:lnSpc>
                <a:spcPct val="7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Deletion at Beginning - Code (DLL)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void deleteBeginning() {</a:t>
            </a:r>
          </a:p>
          <a:p>
            <a:r>
              <a:t>    if (head == NULL) return;</a:t>
            </a:r>
          </a:p>
          <a:p>
            <a:r>
              <a:t>    Node* temp = head;</a:t>
            </a:r>
          </a:p>
          <a:p>
            <a:r>
              <a:t>    head = head-&gt;next;</a:t>
            </a:r>
          </a:p>
          <a:p>
            <a:r>
              <a:t>    if (head != NULL)</a:t>
            </a:r>
          </a:p>
          <a:p>
            <a:r>
              <a:t>        head-&gt;prev = NULL;</a:t>
            </a:r>
          </a:p>
          <a:p>
            <a:r>
              <a:t>    delete temp;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Deletion at End - Code (DLL)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void </a:t>
            </a:r>
            <a:r>
              <a:rPr dirty="0" err="1"/>
              <a:t>deleteEnd</a:t>
            </a:r>
            <a:r>
              <a:rPr dirty="0"/>
              <a:t>() {</a:t>
            </a:r>
          </a:p>
          <a:p>
            <a:r>
              <a:rPr dirty="0"/>
              <a:t>    if (head == NULL) return;</a:t>
            </a:r>
          </a:p>
          <a:p>
            <a:r>
              <a:rPr dirty="0"/>
              <a:t>    Node* temp = head;</a:t>
            </a:r>
          </a:p>
          <a:p>
            <a:r>
              <a:rPr dirty="0"/>
              <a:t>    while (temp-&gt;next != NULL)</a:t>
            </a:r>
          </a:p>
          <a:p>
            <a:r>
              <a:rPr dirty="0"/>
              <a:t>        temp = temp-&gt;next;</a:t>
            </a:r>
          </a:p>
          <a:p>
            <a:r>
              <a:rPr dirty="0"/>
              <a:t>    if (temp-&gt;</a:t>
            </a:r>
            <a:r>
              <a:rPr dirty="0" err="1"/>
              <a:t>prev</a:t>
            </a:r>
            <a:r>
              <a:rPr dirty="0"/>
              <a:t> != NULL)</a:t>
            </a:r>
          </a:p>
          <a:p>
            <a:r>
              <a:rPr dirty="0"/>
              <a:t>        temp-&gt;</a:t>
            </a:r>
            <a:r>
              <a:rPr dirty="0" err="1"/>
              <a:t>prev</a:t>
            </a:r>
            <a:r>
              <a:rPr dirty="0"/>
              <a:t>-&gt;next = NULL;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305587-D64E-9752-5E92-1CA8A8DB84CB}"/>
              </a:ext>
            </a:extLst>
          </p:cNvPr>
          <p:cNvSpPr txBox="1"/>
          <p:nvPr/>
        </p:nvSpPr>
        <p:spPr>
          <a:xfrm>
            <a:off x="6094429" y="1867738"/>
            <a:ext cx="6094428" cy="1738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dirty="0"/>
              <a:t> </a:t>
            </a: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else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head = NULL;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delete temp;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Deletion at Position - Code (DLL)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void </a:t>
            </a:r>
            <a:r>
              <a:rPr dirty="0" err="1"/>
              <a:t>deleteAtPosition</a:t>
            </a:r>
            <a:r>
              <a:rPr dirty="0"/>
              <a:t>(int pos) {</a:t>
            </a:r>
          </a:p>
          <a:p>
            <a:r>
              <a:rPr dirty="0"/>
              <a:t>    if (head == NULL) return;</a:t>
            </a:r>
          </a:p>
          <a:p>
            <a:r>
              <a:rPr dirty="0"/>
              <a:t>    Node* temp = head;</a:t>
            </a:r>
          </a:p>
          <a:p>
            <a:r>
              <a:rPr dirty="0"/>
              <a:t>    for (int i = 1; i &lt; pos &amp;&amp; temp != NULL; i++)</a:t>
            </a:r>
          </a:p>
          <a:p>
            <a:r>
              <a:rPr dirty="0"/>
              <a:t>        temp = temp-&gt;next;</a:t>
            </a:r>
          </a:p>
          <a:p>
            <a:r>
              <a:rPr dirty="0"/>
              <a:t>    if (temp == NULL) return;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4B4C30-B743-5812-49C3-8E8423520C95}"/>
              </a:ext>
            </a:extLst>
          </p:cNvPr>
          <p:cNvSpPr txBox="1"/>
          <p:nvPr/>
        </p:nvSpPr>
        <p:spPr>
          <a:xfrm>
            <a:off x="6126480" y="1822788"/>
            <a:ext cx="6094428" cy="3565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dirty="0"/>
              <a:t> </a:t>
            </a: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if (temp-&gt;</a:t>
            </a:r>
            <a:r>
              <a:rPr lang="en-IN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prev</a:t>
            </a: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!= NULL)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temp-&gt;</a:t>
            </a:r>
            <a:r>
              <a:rPr lang="en-IN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prev</a:t>
            </a: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-&gt;next = temp-&gt;next;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else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head = temp-&gt;next;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if (temp-&gt;next != NULL)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temp-&gt;next-&gt;</a:t>
            </a:r>
            <a:r>
              <a:rPr lang="en-IN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prev</a:t>
            </a: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 temp-&gt;</a:t>
            </a:r>
            <a:r>
              <a:rPr lang="en-IN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prev</a:t>
            </a: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delete temp;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Search Operation - Code (DLL)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int search(int key) {</a:t>
            </a:r>
          </a:p>
          <a:p>
            <a:r>
              <a:t>    Node* temp = head;</a:t>
            </a:r>
          </a:p>
          <a:p>
            <a:r>
              <a:t>    int pos = 1;</a:t>
            </a:r>
          </a:p>
          <a:p>
            <a:r>
              <a:t>    while (temp != NULL) {</a:t>
            </a:r>
          </a:p>
          <a:p>
            <a:r>
              <a:t>        if (temp-&gt;data == key)</a:t>
            </a:r>
          </a:p>
          <a:p>
            <a:r>
              <a:t>            return pos;</a:t>
            </a:r>
          </a:p>
          <a:p>
            <a:r>
              <a:t>        temp = temp-&gt;next;</a:t>
            </a:r>
          </a:p>
          <a:p>
            <a:r>
              <a:t>        pos++;</a:t>
            </a:r>
          </a:p>
          <a:p>
            <a:r>
              <a:t>    }</a:t>
            </a:r>
          </a:p>
          <a:p>
            <a:r>
              <a:t>    return -1;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Display Operation - Code (DLL)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void display() {</a:t>
            </a:r>
          </a:p>
          <a:p>
            <a:r>
              <a:t>    Node* temp = head;</a:t>
            </a:r>
          </a:p>
          <a:p>
            <a:r>
              <a:t>    while (temp != NULL) {</a:t>
            </a:r>
          </a:p>
          <a:p>
            <a:r>
              <a:t>        cout &lt;&lt; temp-&gt;data &lt;&lt; " &lt;-&gt; ";</a:t>
            </a:r>
          </a:p>
          <a:p>
            <a:r>
              <a:t>        temp = temp-&gt;next;</a:t>
            </a:r>
          </a:p>
          <a:p>
            <a:r>
              <a:t>    }</a:t>
            </a:r>
          </a:p>
          <a:p>
            <a:r>
              <a:t>    cout &lt;&lt; "NULL";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Count Nodes - Code (DLL)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int countNodes() {</a:t>
            </a:r>
          </a:p>
          <a:p>
            <a:r>
              <a:t>    int count = 0;</a:t>
            </a:r>
          </a:p>
          <a:p>
            <a:r>
              <a:t>    Node* temp = head;</a:t>
            </a:r>
          </a:p>
          <a:p>
            <a:r>
              <a:t>    while (temp != NULL) {</a:t>
            </a:r>
          </a:p>
          <a:p>
            <a:r>
              <a:t>        count++;</a:t>
            </a:r>
          </a:p>
          <a:p>
            <a:r>
              <a:t>        temp = temp-&gt;next;</a:t>
            </a:r>
          </a:p>
          <a:p>
            <a:r>
              <a:t>    }</a:t>
            </a:r>
          </a:p>
          <a:p>
            <a:r>
              <a:t>    return count;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Reverse Double Linked List -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void reverse() {</a:t>
            </a:r>
          </a:p>
          <a:p>
            <a:r>
              <a:rPr dirty="0"/>
              <a:t>    Node* temp = NULL;</a:t>
            </a:r>
          </a:p>
          <a:p>
            <a:r>
              <a:rPr dirty="0"/>
              <a:t>    Node* current = head;</a:t>
            </a:r>
          </a:p>
          <a:p>
            <a:r>
              <a:rPr dirty="0"/>
              <a:t>    while (current != NULL) {</a:t>
            </a:r>
          </a:p>
          <a:p>
            <a:r>
              <a:rPr dirty="0"/>
              <a:t>        temp = current-&gt;</a:t>
            </a:r>
            <a:r>
              <a:rPr dirty="0" err="1"/>
              <a:t>prev</a:t>
            </a:r>
            <a:r>
              <a:rPr dirty="0"/>
              <a:t>;</a:t>
            </a:r>
          </a:p>
          <a:p>
            <a:r>
              <a:rPr dirty="0"/>
              <a:t>        current-&gt;</a:t>
            </a:r>
            <a:r>
              <a:rPr dirty="0" err="1"/>
              <a:t>prev</a:t>
            </a:r>
            <a:r>
              <a:rPr dirty="0"/>
              <a:t> = current-&gt;next;</a:t>
            </a:r>
          </a:p>
          <a:p>
            <a:r>
              <a:rPr dirty="0"/>
              <a:t>        current-&gt;next = temp;</a:t>
            </a:r>
          </a:p>
          <a:p>
            <a:r>
              <a:rPr dirty="0"/>
              <a:t>        current = current-&gt;</a:t>
            </a:r>
            <a:r>
              <a:rPr dirty="0" err="1"/>
              <a:t>prev</a:t>
            </a:r>
            <a:r>
              <a:rPr dirty="0"/>
              <a:t>;</a:t>
            </a:r>
          </a:p>
          <a:p>
            <a:r>
              <a:rPr dirty="0"/>
              <a:t>    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F812CD-DF8C-E110-1CC8-4D12CC6CD6DC}"/>
              </a:ext>
            </a:extLst>
          </p:cNvPr>
          <p:cNvSpPr txBox="1"/>
          <p:nvPr/>
        </p:nvSpPr>
        <p:spPr>
          <a:xfrm>
            <a:off x="5894110" y="1836556"/>
            <a:ext cx="6094428" cy="1282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dirty="0"/>
              <a:t> </a:t>
            </a: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if (temp != NULL)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head = temp-&gt;</a:t>
            </a:r>
            <a:r>
              <a:rPr lang="en-IN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prev</a:t>
            </a: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;</a:t>
            </a:r>
          </a:p>
          <a:p>
            <a:pPr marL="91440" indent="-91440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Sorting DLL (Bubble Sort) -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void </a:t>
            </a:r>
            <a:r>
              <a:rPr dirty="0" err="1"/>
              <a:t>sortList</a:t>
            </a:r>
            <a:r>
              <a:rPr dirty="0"/>
              <a:t>() {</a:t>
            </a:r>
          </a:p>
          <a:p>
            <a:r>
              <a:rPr dirty="0"/>
              <a:t>    for (Node* i = head; i != NULL; i = i-&gt;next) {</a:t>
            </a:r>
          </a:p>
          <a:p>
            <a:r>
              <a:rPr dirty="0"/>
              <a:t>        for (Node* j = i-&gt;next; j != NULL; j = j-&gt;next) {</a:t>
            </a:r>
          </a:p>
          <a:p>
            <a:r>
              <a:rPr dirty="0"/>
              <a:t>            if (i-&gt;data &gt; j-&gt;data) {</a:t>
            </a:r>
          </a:p>
          <a:p>
            <a:r>
              <a:rPr dirty="0"/>
              <a:t>                int temp = i-&gt;data;</a:t>
            </a:r>
          </a:p>
          <a:p>
            <a:r>
              <a:rPr dirty="0"/>
              <a:t>                i-&gt;data = j-&gt;data;</a:t>
            </a:r>
          </a:p>
          <a:p>
            <a:r>
              <a:rPr dirty="0"/>
              <a:t>                j-&gt;data = temp;</a:t>
            </a:r>
          </a:p>
          <a:p>
            <a:r>
              <a:rPr dirty="0"/>
              <a:t>            }        }</a:t>
            </a:r>
          </a:p>
          <a:p>
            <a:r>
              <a:rPr dirty="0"/>
              <a:t>    }</a:t>
            </a:r>
            <a:r>
              <a:rPr lang="en-IN" dirty="0"/>
              <a:t>}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solidFill>
                  <a:srgbClr val="0070C0"/>
                </a:solidFill>
                <a:latin typeface="Aptos" panose="020B0004020202020204" pitchFamily="34" charset="0"/>
              </a:rPr>
              <a:t>Time Complexity Summary (DLL)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Insertion (Beginning): O(1)</a:t>
            </a:r>
          </a:p>
          <a:p>
            <a:r>
              <a:t>Insertion (End): O(n)</a:t>
            </a:r>
          </a:p>
          <a:p>
            <a:r>
              <a:t>Deletion (Beginning): O(1)</a:t>
            </a:r>
          </a:p>
          <a:p>
            <a:r>
              <a:t>Deletion (End): O(n)</a:t>
            </a:r>
          </a:p>
          <a:p>
            <a:r>
              <a:t>Search: O(n)</a:t>
            </a:r>
          </a:p>
          <a:p>
            <a:r>
              <a:t>Reverse: O(n)</a:t>
            </a:r>
          </a:p>
          <a:p>
            <a:r>
              <a:t>Sort: O(n^2)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</TotalTime>
  <Words>1173</Words>
  <Application>Microsoft Office PowerPoint</Application>
  <PresentationFormat>Widescreen</PresentationFormat>
  <Paragraphs>178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Calibri</vt:lpstr>
      <vt:lpstr>Calibri Light</vt:lpstr>
      <vt:lpstr>Raleway</vt:lpstr>
      <vt:lpstr>Retrospect</vt:lpstr>
      <vt:lpstr>MODULE-2 LINKED LIST</vt:lpstr>
      <vt:lpstr>Session Outcomes</vt:lpstr>
      <vt:lpstr>Introduction to Double Linked List</vt:lpstr>
      <vt:lpstr>Node Structure in C++ (DLL)</vt:lpstr>
      <vt:lpstr>Insertion at Beginning - Algorithm (DLL)</vt:lpstr>
      <vt:lpstr>Insertion at Beginning - Code (DLL)</vt:lpstr>
      <vt:lpstr>Insertion at End - Code (DLL)</vt:lpstr>
      <vt:lpstr>Insertion at Position - Code (DLL)</vt:lpstr>
      <vt:lpstr>Deletion at Beginning - Code (DLL)</vt:lpstr>
      <vt:lpstr>Deletion at End - Code (DLL)</vt:lpstr>
      <vt:lpstr>Deletion at Position - Code (DLL)</vt:lpstr>
      <vt:lpstr>Search Operation - Code (DLL)</vt:lpstr>
      <vt:lpstr>Display Operation - Code (DLL)</vt:lpstr>
      <vt:lpstr>Count Nodes - Code (DLL)</vt:lpstr>
      <vt:lpstr>Reverse Double Linked List - Code</vt:lpstr>
      <vt:lpstr>Sorting DLL (Bubble Sort) - Code</vt:lpstr>
      <vt:lpstr>Time Complexity Summary (DLL)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Ganesh Deshmukh</cp:lastModifiedBy>
  <cp:revision>2</cp:revision>
  <dcterms:created xsi:type="dcterms:W3CDTF">2013-01-27T09:14:16Z</dcterms:created>
  <dcterms:modified xsi:type="dcterms:W3CDTF">2026-02-27T06:40:29Z</dcterms:modified>
  <cp:category/>
</cp:coreProperties>
</file>